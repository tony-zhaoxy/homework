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2" r:id="rId1"/>
    <p:sldMasterId id="2147483724" r:id="rId2"/>
    <p:sldMasterId id="2147483746" r:id="rId3"/>
  </p:sldMasterIdLst>
  <p:notesMasterIdLst>
    <p:notesMasterId r:id="rId8"/>
  </p:notesMasterIdLst>
  <p:handoutMasterIdLst>
    <p:handoutMasterId r:id="rId9"/>
  </p:handoutMasterIdLst>
  <p:sldIdLst>
    <p:sldId id="294" r:id="rId4"/>
    <p:sldId id="296" r:id="rId5"/>
    <p:sldId id="295" r:id="rId6"/>
    <p:sldId id="280" r:id="rId7"/>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578B"/>
    <a:srgbClr val="2774AE"/>
    <a:srgbClr val="DBE7F5"/>
    <a:srgbClr val="FFD100"/>
    <a:srgbClr val="898989"/>
    <a:srgbClr val="58595B"/>
    <a:srgbClr val="D2DDE8"/>
    <a:srgbClr val="2C75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2CA93B-2BC1-2A4E-85BB-3A89E52A7811}" v="1140" dt="2025-11-03T05:58:31.900"/>
    <p1510:client id="{E493EFBD-CD6A-FA42-A98C-D35C25E5AF89}" v="134" dt="2025-11-03T05:53:52.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640"/>
  </p:normalViewPr>
  <p:slideViewPr>
    <p:cSldViewPr snapToGrid="0">
      <p:cViewPr varScale="1">
        <p:scale>
          <a:sx n="122" d="100"/>
          <a:sy n="122" d="100"/>
        </p:scale>
        <p:origin x="624" y="20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handoutMaster" Target="handoutMasters/handoutMaster1.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B19DFF-3DA7-494A-B9CA-E379C5E95C0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2B7B050-3277-594A-8B54-BFCDACD4BC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C1B0C7-8C7C-9B4B-A0AE-18A84AC299C3}" type="datetimeFigureOut">
              <a:rPr lang="en-US" smtClean="0"/>
              <a:t>11/5/25</a:t>
            </a:fld>
            <a:endParaRPr lang="en-US"/>
          </a:p>
        </p:txBody>
      </p:sp>
      <p:sp>
        <p:nvSpPr>
          <p:cNvPr id="4" name="Footer Placeholder 3">
            <a:extLst>
              <a:ext uri="{FF2B5EF4-FFF2-40B4-BE49-F238E27FC236}">
                <a16:creationId xmlns:a16="http://schemas.microsoft.com/office/drawing/2014/main" id="{AB379A36-522B-064D-A598-55FC21A01E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7467B93-28EF-074C-894E-BCFD2841EB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47298D-305E-5C45-8175-7CA456955D79}" type="slidenum">
              <a:rPr lang="en-US" smtClean="0"/>
              <a:t>‹#›</a:t>
            </a:fld>
            <a:endParaRPr lang="en-US"/>
          </a:p>
        </p:txBody>
      </p:sp>
    </p:spTree>
    <p:extLst>
      <p:ext uri="{BB962C8B-B14F-4D97-AF65-F5344CB8AC3E}">
        <p14:creationId xmlns:p14="http://schemas.microsoft.com/office/powerpoint/2010/main" val="34979013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9300ED-965C-BB42-AB66-E65F4D773755}"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B8B67B-6986-4C4D-9BFF-F0FAE7240B0F}" type="slidenum">
              <a:rPr lang="en-US" smtClean="0"/>
              <a:t>‹#›</a:t>
            </a:fld>
            <a:endParaRPr lang="en-US"/>
          </a:p>
        </p:txBody>
      </p:sp>
    </p:spTree>
    <p:extLst>
      <p:ext uri="{BB962C8B-B14F-4D97-AF65-F5344CB8AC3E}">
        <p14:creationId xmlns:p14="http://schemas.microsoft.com/office/powerpoint/2010/main" val="1773080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Quick self intro</a:t>
            </a:r>
          </a:p>
        </p:txBody>
      </p:sp>
      <p:sp>
        <p:nvSpPr>
          <p:cNvPr id="4" name="Slide Number Placeholder 3"/>
          <p:cNvSpPr>
            <a:spLocks noGrp="1"/>
          </p:cNvSpPr>
          <p:nvPr>
            <p:ph type="sldNum" sz="quarter" idx="5"/>
          </p:nvPr>
        </p:nvSpPr>
        <p:spPr/>
        <p:txBody>
          <a:bodyPr/>
          <a:lstStyle/>
          <a:p>
            <a:fld id="{57B8B67B-6986-4C4D-9BFF-F0FAE7240B0F}" type="slidenum">
              <a:rPr lang="en-US" smtClean="0"/>
              <a:t>1</a:t>
            </a:fld>
            <a:endParaRPr lang="en-US"/>
          </a:p>
        </p:txBody>
      </p:sp>
    </p:spTree>
    <p:extLst>
      <p:ext uri="{BB962C8B-B14F-4D97-AF65-F5344CB8AC3E}">
        <p14:creationId xmlns:p14="http://schemas.microsoft.com/office/powerpoint/2010/main" val="2329874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So our project is about to simulate a ladder under operation. Such an idea actually comes from a very common but interesting scenario, which is we all know that when a person clumbs up a ladder, the ladder actually bends and sometimes slight twist.</a:t>
            </a:r>
          </a:p>
          <a:p>
            <a:endParaRPr lang="en-CN"/>
          </a:p>
          <a:p>
            <a:r>
              <a:rPr lang="en-CN"/>
              <a:t>We want to understand this deformation behavior using the numerical method. </a:t>
            </a:r>
            <a:r>
              <a:rPr lang="en-US"/>
              <a:t>S</a:t>
            </a:r>
            <a:r>
              <a:rPr lang="en-CN"/>
              <a:t>o our research question will be……..</a:t>
            </a:r>
          </a:p>
        </p:txBody>
      </p:sp>
      <p:sp>
        <p:nvSpPr>
          <p:cNvPr id="4" name="Slide Number Placeholder 3"/>
          <p:cNvSpPr>
            <a:spLocks noGrp="1"/>
          </p:cNvSpPr>
          <p:nvPr>
            <p:ph type="sldNum" sz="quarter" idx="5"/>
          </p:nvPr>
        </p:nvSpPr>
        <p:spPr/>
        <p:txBody>
          <a:bodyPr/>
          <a:lstStyle/>
          <a:p>
            <a:fld id="{57B8B67B-6986-4C4D-9BFF-F0FAE7240B0F}" type="slidenum">
              <a:rPr lang="en-US" smtClean="0"/>
              <a:t>2</a:t>
            </a:fld>
            <a:endParaRPr lang="en-US"/>
          </a:p>
        </p:txBody>
      </p:sp>
    </p:spTree>
    <p:extLst>
      <p:ext uri="{BB962C8B-B14F-4D97-AF65-F5344CB8AC3E}">
        <p14:creationId xmlns:p14="http://schemas.microsoft.com/office/powerpoint/2010/main" val="705826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Well, as for the model setup, </a:t>
            </a:r>
          </a:p>
        </p:txBody>
      </p:sp>
      <p:sp>
        <p:nvSpPr>
          <p:cNvPr id="4" name="Slide Number Placeholder 3"/>
          <p:cNvSpPr>
            <a:spLocks noGrp="1"/>
          </p:cNvSpPr>
          <p:nvPr>
            <p:ph type="sldNum" sz="quarter" idx="5"/>
          </p:nvPr>
        </p:nvSpPr>
        <p:spPr/>
        <p:txBody>
          <a:bodyPr/>
          <a:lstStyle/>
          <a:p>
            <a:fld id="{57B8B67B-6986-4C4D-9BFF-F0FAE7240B0F}" type="slidenum">
              <a:rPr lang="en-US" smtClean="0"/>
              <a:t>3</a:t>
            </a:fld>
            <a:endParaRPr lang="en-US"/>
          </a:p>
        </p:txBody>
      </p:sp>
    </p:spTree>
    <p:extLst>
      <p:ext uri="{BB962C8B-B14F-4D97-AF65-F5344CB8AC3E}">
        <p14:creationId xmlns:p14="http://schemas.microsoft.com/office/powerpoint/2010/main" val="2109823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Opener">
    <p:spTree>
      <p:nvGrpSpPr>
        <p:cNvPr id="1" name=""/>
        <p:cNvGrpSpPr/>
        <p:nvPr/>
      </p:nvGrpSpPr>
      <p:grpSpPr>
        <a:xfrm>
          <a:off x="0" y="0"/>
          <a:ext cx="0" cy="0"/>
          <a:chOff x="0" y="0"/>
          <a:chExt cx="0" cy="0"/>
        </a:xfrm>
      </p:grpSpPr>
      <p:sp>
        <p:nvSpPr>
          <p:cNvPr id="5" name="Header rule">
            <a:extLst>
              <a:ext uri="{FF2B5EF4-FFF2-40B4-BE49-F238E27FC236}">
                <a16:creationId xmlns:a16="http://schemas.microsoft.com/office/drawing/2014/main" id="{198C97F7-A4B7-A44F-8837-702C9EA03268}"/>
              </a:ext>
            </a:extLst>
          </p:cNvPr>
          <p:cNvSpPr/>
          <p:nvPr userDrawn="1"/>
        </p:nvSpPr>
        <p:spPr>
          <a:xfrm>
            <a:off x="640080" y="3017520"/>
            <a:ext cx="7772400" cy="36576"/>
          </a:xfrm>
          <a:prstGeom prst="rect">
            <a:avLst/>
          </a:prstGeom>
          <a:solidFill>
            <a:srgbClr val="FFD1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a:latin typeface="Helvetica Regular" pitchFamily="2" charset="0"/>
            </a:endParaRPr>
          </a:p>
        </p:txBody>
      </p:sp>
      <p:sp>
        <p:nvSpPr>
          <p:cNvPr id="6" name="Header rule">
            <a:extLst>
              <a:ext uri="{FF2B5EF4-FFF2-40B4-BE49-F238E27FC236}">
                <a16:creationId xmlns:a16="http://schemas.microsoft.com/office/drawing/2014/main" id="{597315B1-292E-3D41-AFF6-A072259E441C}"/>
              </a:ext>
            </a:extLst>
          </p:cNvPr>
          <p:cNvSpPr/>
          <p:nvPr userDrawn="1"/>
        </p:nvSpPr>
        <p:spPr>
          <a:xfrm>
            <a:off x="640080" y="1828800"/>
            <a:ext cx="7772400" cy="36576"/>
          </a:xfrm>
          <a:prstGeom prst="rect">
            <a:avLst/>
          </a:prstGeom>
          <a:solidFill>
            <a:srgbClr val="FFD1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a:latin typeface="Helvetica Regular" pitchFamily="2" charset="0"/>
            </a:endParaRPr>
          </a:p>
        </p:txBody>
      </p:sp>
      <p:sp>
        <p:nvSpPr>
          <p:cNvPr id="9" name="Content Placeholder 4">
            <a:extLst>
              <a:ext uri="{FF2B5EF4-FFF2-40B4-BE49-F238E27FC236}">
                <a16:creationId xmlns:a16="http://schemas.microsoft.com/office/drawing/2014/main" id="{51842526-596D-444C-831F-EDD586E710D2}"/>
              </a:ext>
            </a:extLst>
          </p:cNvPr>
          <p:cNvSpPr>
            <a:spLocks noGrp="1"/>
          </p:cNvSpPr>
          <p:nvPr>
            <p:ph sz="quarter" idx="23" hasCustomPrompt="1"/>
          </p:nvPr>
        </p:nvSpPr>
        <p:spPr>
          <a:xfrm>
            <a:off x="640078" y="4480560"/>
            <a:ext cx="1188720" cy="167097"/>
          </a:xfrm>
          <a:prstGeom prst="rect">
            <a:avLst/>
          </a:prstGeom>
        </p:spPr>
        <p:txBody>
          <a:bodyPr wrap="none" lIns="9144" tIns="0" rIns="0" bIns="0" anchor="b" anchorCtr="0">
            <a:spAutoFit/>
          </a:bodyPr>
          <a:lstStyle>
            <a:lvl1pPr marL="0" indent="0">
              <a:buNone/>
              <a:defRPr sz="1200">
                <a:solidFill>
                  <a:schemeClr val="bg1"/>
                </a:solidFill>
              </a:defRPr>
            </a:lvl1pPr>
          </a:lstStyle>
          <a:p>
            <a:r>
              <a:rPr lang="en-US"/>
              <a:t>Presenter Name</a:t>
            </a:r>
          </a:p>
        </p:txBody>
      </p:sp>
      <p:sp>
        <p:nvSpPr>
          <p:cNvPr id="11" name="Text Placeholder 5">
            <a:extLst>
              <a:ext uri="{FF2B5EF4-FFF2-40B4-BE49-F238E27FC236}">
                <a16:creationId xmlns:a16="http://schemas.microsoft.com/office/drawing/2014/main" id="{F1570365-4D0D-EC45-BEDD-AB605BCD2DE9}"/>
              </a:ext>
            </a:extLst>
          </p:cNvPr>
          <p:cNvSpPr>
            <a:spLocks noGrp="1"/>
          </p:cNvSpPr>
          <p:nvPr>
            <p:ph type="body" sz="quarter" idx="25" hasCustomPrompt="1"/>
          </p:nvPr>
        </p:nvSpPr>
        <p:spPr>
          <a:xfrm>
            <a:off x="640080" y="1645920"/>
            <a:ext cx="3383280" cy="91440"/>
          </a:xfrm>
          <a:prstGeom prst="rect">
            <a:avLst/>
          </a:prstGeom>
        </p:spPr>
        <p:txBody>
          <a:bodyPr wrap="none" lIns="18288" tIns="0" rIns="0" bIns="0">
            <a:spAutoFit/>
          </a:bodyPr>
          <a:lstStyle>
            <a:lvl1pPr marL="0" indent="0">
              <a:buNone/>
              <a:defRPr sz="800" cap="all" baseline="0">
                <a:latin typeface="+mn-lt"/>
              </a:defRPr>
            </a:lvl1pPr>
            <a:lvl2pPr marL="0" indent="0">
              <a:buFont typeface="Arial" panose="020B0604020202020204" pitchFamily="34" charset="0"/>
              <a:buNone/>
              <a:defRPr sz="800">
                <a:latin typeface="+mn-lt"/>
              </a:defRPr>
            </a:lvl2pPr>
            <a:lvl3pPr marL="363474" indent="0">
              <a:buNone/>
              <a:defRPr sz="800">
                <a:latin typeface="+mn-lt"/>
              </a:defRPr>
            </a:lvl3pPr>
            <a:lvl4pPr marL="0" indent="0">
              <a:buNone/>
              <a:defRPr sz="800">
                <a:latin typeface="+mn-lt"/>
              </a:defRPr>
            </a:lvl4pPr>
            <a:lvl5pPr marL="0" indent="0">
              <a:buNone/>
              <a:defRPr sz="800">
                <a:latin typeface="+mn-lt"/>
              </a:defRPr>
            </a:lvl5pPr>
          </a:lstStyle>
          <a:p>
            <a:pPr lvl="0"/>
            <a:r>
              <a:rPr lang="en-US"/>
              <a:t>JOB # GOES HERE [REMOVE FOR LIVE AUDIENCE PRESENTATION]</a:t>
            </a:r>
          </a:p>
        </p:txBody>
      </p:sp>
      <p:sp>
        <p:nvSpPr>
          <p:cNvPr id="3" name="Picture Placeholder 2">
            <a:extLst>
              <a:ext uri="{FF2B5EF4-FFF2-40B4-BE49-F238E27FC236}">
                <a16:creationId xmlns:a16="http://schemas.microsoft.com/office/drawing/2014/main" id="{7AAAB01A-F2BD-C546-A22D-F1FB2E43F306}"/>
              </a:ext>
            </a:extLst>
          </p:cNvPr>
          <p:cNvSpPr>
            <a:spLocks noGrp="1"/>
          </p:cNvSpPr>
          <p:nvPr>
            <p:ph type="pic" sz="quarter" idx="27" hasCustomPrompt="1"/>
          </p:nvPr>
        </p:nvSpPr>
        <p:spPr>
          <a:xfrm>
            <a:off x="640079" y="442002"/>
            <a:ext cx="5759450" cy="370101"/>
          </a:xfrm>
          <a:prstGeom prst="rect">
            <a:avLst/>
          </a:prstGeom>
        </p:spPr>
        <p:txBody>
          <a:bodyPr/>
          <a:lstStyle>
            <a:lvl1pPr marL="0" indent="0">
              <a:buNone/>
              <a:defRPr sz="1000"/>
            </a:lvl1pPr>
          </a:lstStyle>
          <a:p>
            <a:r>
              <a:rPr lang="en-US"/>
              <a:t>Click the icon to insert the </a:t>
            </a:r>
            <a:r>
              <a:rPr lang="en-US" err="1"/>
              <a:t>Uxd-Wht</a:t>
            </a:r>
            <a:r>
              <a:rPr lang="en-US"/>
              <a:t> or Unboxed-</a:t>
            </a:r>
            <a:r>
              <a:rPr lang="en-US" err="1"/>
              <a:t>WhiteType</a:t>
            </a:r>
            <a:r>
              <a:rPr lang="en-US"/>
              <a:t>, </a:t>
            </a:r>
            <a:r>
              <a:rPr lang="en-US" err="1"/>
              <a:t>svg</a:t>
            </a:r>
            <a:r>
              <a:rPr lang="en-US"/>
              <a:t> or </a:t>
            </a:r>
            <a:r>
              <a:rPr lang="en-US" err="1"/>
              <a:t>png</a:t>
            </a:r>
            <a:r>
              <a:rPr lang="en-US"/>
              <a:t> format version of your department logo. Follow yellow instructions.</a:t>
            </a:r>
          </a:p>
        </p:txBody>
      </p:sp>
      <p:sp>
        <p:nvSpPr>
          <p:cNvPr id="12" name="Text Placeholder 11">
            <a:extLst>
              <a:ext uri="{FF2B5EF4-FFF2-40B4-BE49-F238E27FC236}">
                <a16:creationId xmlns:a16="http://schemas.microsoft.com/office/drawing/2014/main" id="{3A81CB59-8C90-4649-A0B9-F64FBDA65623}"/>
              </a:ext>
            </a:extLst>
          </p:cNvPr>
          <p:cNvSpPr>
            <a:spLocks noGrp="1"/>
          </p:cNvSpPr>
          <p:nvPr>
            <p:ph type="body" sz="quarter" idx="28" hasCustomPrompt="1"/>
          </p:nvPr>
        </p:nvSpPr>
        <p:spPr>
          <a:xfrm>
            <a:off x="3110248" y="3239110"/>
            <a:ext cx="5867974" cy="343412"/>
          </a:xfrm>
          <a:prstGeom prst="rect">
            <a:avLst/>
          </a:prstGeom>
          <a:noFill/>
        </p:spPr>
        <p:txBody>
          <a:bodyPr lIns="91440" tIns="45720" rIns="91440" bIns="4572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000">
                <a:solidFill>
                  <a:srgbClr val="FFFF00"/>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a:t>1. GUIDES – To make sure guides are visible, inside the View ribbon, click the Guides checkbox. Then click the icon inside the picture frame to add your logo.</a:t>
            </a:r>
          </a:p>
        </p:txBody>
      </p:sp>
      <p:sp>
        <p:nvSpPr>
          <p:cNvPr id="16" name="Text Placeholder 11">
            <a:extLst>
              <a:ext uri="{FF2B5EF4-FFF2-40B4-BE49-F238E27FC236}">
                <a16:creationId xmlns:a16="http://schemas.microsoft.com/office/drawing/2014/main" id="{27040403-9017-284E-A963-BB40D99A6B1B}"/>
              </a:ext>
            </a:extLst>
          </p:cNvPr>
          <p:cNvSpPr>
            <a:spLocks noGrp="1"/>
          </p:cNvSpPr>
          <p:nvPr>
            <p:ph type="body" sz="quarter" idx="29" hasCustomPrompt="1"/>
          </p:nvPr>
        </p:nvSpPr>
        <p:spPr>
          <a:xfrm>
            <a:off x="3509494" y="3642860"/>
            <a:ext cx="5468728" cy="364668"/>
          </a:xfrm>
          <a:prstGeom prst="rect">
            <a:avLst/>
          </a:prstGeom>
          <a:noFill/>
        </p:spPr>
        <p:txBody>
          <a:bodyPr lIns="91440" tIns="45720" rIns="91440" bIns="4572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000">
                <a:solidFill>
                  <a:srgbClr val="FFFF00"/>
                </a:solidFill>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a:t>2. QUALITY – For the sharpest image, we recommend selecting your logo from the </a:t>
            </a:r>
            <a:r>
              <a:rPr lang="en-US" err="1"/>
              <a:t>svg</a:t>
            </a:r>
            <a:r>
              <a:rPr lang="en-US"/>
              <a:t> folder. Insert the </a:t>
            </a:r>
            <a:r>
              <a:rPr lang="en-US" err="1"/>
              <a:t>Uxd-Wht</a:t>
            </a:r>
            <a:r>
              <a:rPr lang="en-US"/>
              <a:t> or Unboxed-</a:t>
            </a:r>
            <a:r>
              <a:rPr lang="en-US" err="1"/>
              <a:t>WhiteType</a:t>
            </a:r>
            <a:r>
              <a:rPr lang="en-US"/>
              <a:t> version. Your logo will appear in the picture frame. </a:t>
            </a:r>
          </a:p>
        </p:txBody>
      </p:sp>
      <p:sp>
        <p:nvSpPr>
          <p:cNvPr id="18" name="Text Placeholder 11">
            <a:extLst>
              <a:ext uri="{FF2B5EF4-FFF2-40B4-BE49-F238E27FC236}">
                <a16:creationId xmlns:a16="http://schemas.microsoft.com/office/drawing/2014/main" id="{4B946D04-E796-4B4C-BA49-32A74CF316D8}"/>
              </a:ext>
            </a:extLst>
          </p:cNvPr>
          <p:cNvSpPr>
            <a:spLocks noGrp="1"/>
          </p:cNvSpPr>
          <p:nvPr>
            <p:ph type="body" sz="quarter" idx="30" hasCustomPrompt="1"/>
          </p:nvPr>
        </p:nvSpPr>
        <p:spPr>
          <a:xfrm>
            <a:off x="3509494" y="4050407"/>
            <a:ext cx="5468728" cy="735906"/>
          </a:xfrm>
          <a:prstGeom prst="rect">
            <a:avLst/>
          </a:prstGeom>
          <a:noFill/>
        </p:spPr>
        <p:txBody>
          <a:bodyPr lIns="91440" tIns="45720" rIns="91440" bIns="4572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000">
                <a:solidFill>
                  <a:srgbClr val="FFFF00"/>
                </a:solidFill>
              </a:defRPr>
            </a:lvl1pPr>
          </a:lstStyle>
          <a:p>
            <a:pPr lvl="0"/>
            <a:r>
              <a:rPr lang="en-US"/>
              <a:t>3. SCALE – With the picture frame selected, inside the Graphic Format ribbon, click the Format Pane. Click the Size and Properties icon and open the Size section. Make sure the boxes for Lock aspect ratio and Relative to original picture size are checked. Click the RESET button to resize the logo in the frame. Continue resizing using the scaling arrows if necessary. The UCLA logo letters should match up with the top and bottom guides.</a:t>
            </a:r>
          </a:p>
        </p:txBody>
      </p:sp>
      <p:sp>
        <p:nvSpPr>
          <p:cNvPr id="19" name="Text Placeholder 11">
            <a:extLst>
              <a:ext uri="{FF2B5EF4-FFF2-40B4-BE49-F238E27FC236}">
                <a16:creationId xmlns:a16="http://schemas.microsoft.com/office/drawing/2014/main" id="{68E45B7A-8408-374F-A2DC-0F4F9C754E45}"/>
              </a:ext>
            </a:extLst>
          </p:cNvPr>
          <p:cNvSpPr>
            <a:spLocks noGrp="1"/>
          </p:cNvSpPr>
          <p:nvPr>
            <p:ph type="body" sz="quarter" idx="31" hasCustomPrompt="1"/>
          </p:nvPr>
        </p:nvSpPr>
        <p:spPr>
          <a:xfrm>
            <a:off x="3509494" y="4842153"/>
            <a:ext cx="5468728" cy="228205"/>
          </a:xfrm>
          <a:prstGeom prst="rect">
            <a:avLst/>
          </a:prstGeom>
          <a:noFill/>
        </p:spPr>
        <p:txBody>
          <a:bodyPr lIns="91440" tIns="45720" rIns="91440" bIns="45720"/>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000">
                <a:solidFill>
                  <a:srgbClr val="FFFF00"/>
                </a:solidFill>
              </a:defRPr>
            </a:lvl1pPr>
          </a:lstStyle>
          <a:p>
            <a:pPr lvl="0"/>
            <a:r>
              <a:rPr lang="en-US"/>
              <a:t>4. POSITION – Align the UCLA logo letters to meet the left guide. </a:t>
            </a:r>
          </a:p>
        </p:txBody>
      </p:sp>
      <p:sp>
        <p:nvSpPr>
          <p:cNvPr id="13" name="Text Placeholder 12">
            <a:extLst>
              <a:ext uri="{FF2B5EF4-FFF2-40B4-BE49-F238E27FC236}">
                <a16:creationId xmlns:a16="http://schemas.microsoft.com/office/drawing/2014/main" id="{4845E9B1-083C-B34E-AC7C-964685DBFAAB}"/>
              </a:ext>
            </a:extLst>
          </p:cNvPr>
          <p:cNvSpPr>
            <a:spLocks noGrp="1"/>
          </p:cNvSpPr>
          <p:nvPr>
            <p:ph type="body" sz="quarter" idx="32" hasCustomPrompt="1"/>
          </p:nvPr>
        </p:nvSpPr>
        <p:spPr>
          <a:xfrm>
            <a:off x="640080" y="1892807"/>
            <a:ext cx="7772400" cy="1106424"/>
          </a:xfrm>
          <a:prstGeom prst="rect">
            <a:avLst/>
          </a:prstGeom>
        </p:spPr>
        <p:txBody>
          <a:bodyPr lIns="0" tIns="0" rIns="0" bIns="0" anchor="ctr" anchorCtr="0"/>
          <a:lstStyle>
            <a:lvl1pPr marL="0" indent="0">
              <a:buNone/>
              <a:defRPr sz="3600" b="1"/>
            </a:lvl1pPr>
            <a:lvl2pPr marL="342900" indent="0">
              <a:buNone/>
              <a:defRPr sz="3600" b="1"/>
            </a:lvl2pPr>
            <a:lvl3pPr marL="685800" indent="0">
              <a:buNone/>
              <a:defRPr sz="3600" b="1"/>
            </a:lvl3pPr>
            <a:lvl4pPr marL="1028700" indent="0">
              <a:buNone/>
              <a:defRPr sz="3600" b="1"/>
            </a:lvl4pPr>
            <a:lvl5pPr marL="1371600" indent="0">
              <a:buNone/>
              <a:defRPr sz="3600" b="1"/>
            </a:lvl5pPr>
          </a:lstStyle>
          <a:p>
            <a:pPr lvl="0"/>
            <a:r>
              <a:rPr lang="en-US"/>
              <a:t>Presentation Opener</a:t>
            </a:r>
          </a:p>
          <a:p>
            <a:pPr lvl="0"/>
            <a:r>
              <a:rPr lang="en-US"/>
              <a:t>Title Goes Here</a:t>
            </a:r>
          </a:p>
        </p:txBody>
      </p:sp>
    </p:spTree>
    <p:extLst>
      <p:ext uri="{BB962C8B-B14F-4D97-AF65-F5344CB8AC3E}">
        <p14:creationId xmlns:p14="http://schemas.microsoft.com/office/powerpoint/2010/main" val="3577556916"/>
      </p:ext>
    </p:extLst>
  </p:cSld>
  <p:clrMapOvr>
    <a:masterClrMapping/>
  </p:clrMapOvr>
  <p:extLst>
    <p:ext uri="{DCECCB84-F9BA-43D5-87BE-67443E8EF086}">
      <p15:sldGuideLst xmlns:p15="http://schemas.microsoft.com/office/powerpoint/2012/main">
        <p15:guide id="1" orient="horz" pos="444" userDrawn="1">
          <p15:clr>
            <a:srgbClr val="FBAE40"/>
          </p15:clr>
        </p15:guide>
        <p15:guide id="2" orient="horz" pos="276" userDrawn="1">
          <p15:clr>
            <a:srgbClr val="FBAE40"/>
          </p15:clr>
        </p15:guide>
        <p15:guide id="3" pos="4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3" name="Header rule">
            <a:extLst>
              <a:ext uri="{FF2B5EF4-FFF2-40B4-BE49-F238E27FC236}">
                <a16:creationId xmlns:a16="http://schemas.microsoft.com/office/drawing/2014/main" id="{7A6017F5-68B7-D944-A014-D63BB33FFFAF}"/>
              </a:ext>
            </a:extLst>
          </p:cNvPr>
          <p:cNvSpPr/>
          <p:nvPr userDrawn="1"/>
        </p:nvSpPr>
        <p:spPr>
          <a:xfrm>
            <a:off x="640080" y="2468880"/>
            <a:ext cx="7772400" cy="36576"/>
          </a:xfrm>
          <a:prstGeom prst="rect">
            <a:avLst/>
          </a:prstGeom>
          <a:solidFill>
            <a:srgbClr val="FFD1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a:latin typeface="Helvetica Regular" pitchFamily="2" charset="0"/>
            </a:endParaRPr>
          </a:p>
        </p:txBody>
      </p:sp>
      <p:sp>
        <p:nvSpPr>
          <p:cNvPr id="4" name="TextBox 3">
            <a:extLst>
              <a:ext uri="{FF2B5EF4-FFF2-40B4-BE49-F238E27FC236}">
                <a16:creationId xmlns:a16="http://schemas.microsoft.com/office/drawing/2014/main" id="{95D8306F-5F87-7847-B58F-BCA4CBD4690B}"/>
              </a:ext>
            </a:extLst>
          </p:cNvPr>
          <p:cNvSpPr txBox="1"/>
          <p:nvPr userDrawn="1"/>
        </p:nvSpPr>
        <p:spPr>
          <a:xfrm>
            <a:off x="640080" y="1874520"/>
            <a:ext cx="7772400" cy="553998"/>
          </a:xfrm>
          <a:prstGeom prst="rect">
            <a:avLst/>
          </a:prstGeom>
          <a:noFill/>
        </p:spPr>
        <p:txBody>
          <a:bodyPr wrap="square" lIns="0" tIns="0" rIns="0" bIns="0" rtlCol="0" anchor="b" anchorCtr="0">
            <a:spAutoFit/>
          </a:bodyPr>
          <a:lstStyle/>
          <a:p>
            <a:r>
              <a:rPr lang="en-US" sz="3600" b="1" i="0" baseline="0">
                <a:solidFill>
                  <a:schemeClr val="bg1"/>
                </a:solidFill>
                <a:latin typeface="Helvetica" pitchFamily="2" charset="0"/>
              </a:rPr>
              <a:t>Section Divider</a:t>
            </a:r>
          </a:p>
        </p:txBody>
      </p:sp>
      <p:sp>
        <p:nvSpPr>
          <p:cNvPr id="5" name="Text Placeholder 3">
            <a:extLst>
              <a:ext uri="{FF2B5EF4-FFF2-40B4-BE49-F238E27FC236}">
                <a16:creationId xmlns:a16="http://schemas.microsoft.com/office/drawing/2014/main" id="{461EF51F-6AE7-6944-9BE5-D164F3B6239A}"/>
              </a:ext>
            </a:extLst>
          </p:cNvPr>
          <p:cNvSpPr>
            <a:spLocks noGrp="1"/>
          </p:cNvSpPr>
          <p:nvPr>
            <p:ph type="body" sz="quarter" idx="20" hasCustomPrompt="1"/>
          </p:nvPr>
        </p:nvSpPr>
        <p:spPr>
          <a:xfrm>
            <a:off x="640079" y="2651760"/>
            <a:ext cx="7772400" cy="222818"/>
          </a:xfrm>
          <a:prstGeom prst="rect">
            <a:avLst/>
          </a:prstGeom>
        </p:spPr>
        <p:txBody>
          <a:bodyPr lIns="0" tIns="0" rIns="0" bIns="0">
            <a:spAutoFit/>
          </a:bodyPr>
          <a:lstStyle>
            <a:lvl1pPr marL="0" indent="0">
              <a:buFontTx/>
              <a:buNone/>
              <a:defRPr sz="1600" b="1" i="0" cap="all" baseline="0">
                <a:solidFill>
                  <a:schemeClr val="bg1"/>
                </a:solidFill>
                <a:latin typeface="Helvetica" pitchFamily="2" charset="0"/>
              </a:defRPr>
            </a:lvl1pPr>
            <a:lvl2pPr>
              <a:buFontTx/>
              <a:buNone/>
              <a:defRPr b="1"/>
            </a:lvl2pPr>
            <a:lvl3pPr marL="685800" indent="0">
              <a:buFontTx/>
              <a:buNone/>
              <a:defRPr b="1"/>
            </a:lvl3pPr>
            <a:lvl4pPr marL="1028700" indent="0">
              <a:buFontTx/>
              <a:buNone/>
              <a:defRPr b="1"/>
            </a:lvl4pPr>
            <a:lvl5pPr marL="1371600" indent="0">
              <a:buFontTx/>
              <a:buNone/>
              <a:defRPr b="1"/>
            </a:lvl5pPr>
          </a:lstStyle>
          <a:p>
            <a:pPr lvl="0"/>
            <a:r>
              <a:rPr lang="en-US"/>
              <a:t>ADDITIONAL TEXT GOES HERE </a:t>
            </a:r>
          </a:p>
        </p:txBody>
      </p:sp>
      <p:sp>
        <p:nvSpPr>
          <p:cNvPr id="6" name="Date Placeholder 5">
            <a:extLst>
              <a:ext uri="{FF2B5EF4-FFF2-40B4-BE49-F238E27FC236}">
                <a16:creationId xmlns:a16="http://schemas.microsoft.com/office/drawing/2014/main" id="{72BD122B-0374-B849-861D-9F5D851E2E07}"/>
              </a:ext>
            </a:extLst>
          </p:cNvPr>
          <p:cNvSpPr>
            <a:spLocks noGrp="1"/>
          </p:cNvSpPr>
          <p:nvPr>
            <p:ph type="dt" sz="half" idx="21"/>
          </p:nvPr>
        </p:nvSpPr>
        <p:spPr>
          <a:xfrm>
            <a:off x="4297680" y="4754880"/>
            <a:ext cx="2117634" cy="381643"/>
          </a:xfrm>
          <a:prstGeom prst="rect">
            <a:avLst/>
          </a:prstGeom>
        </p:spPr>
        <p:txBody>
          <a:bodyPr/>
          <a:lstStyle/>
          <a:p>
            <a:fld id="{922CE373-5D4D-0A48-8A4C-7D6A6D8707A3}" type="datetime4">
              <a:rPr lang="en-US" smtClean="0"/>
              <a:t>November 5, 2025</a:t>
            </a:fld>
            <a:endParaRPr lang="en-US"/>
          </a:p>
        </p:txBody>
      </p:sp>
      <p:sp>
        <p:nvSpPr>
          <p:cNvPr id="7" name="Slide Number Placeholder 6">
            <a:extLst>
              <a:ext uri="{FF2B5EF4-FFF2-40B4-BE49-F238E27FC236}">
                <a16:creationId xmlns:a16="http://schemas.microsoft.com/office/drawing/2014/main" id="{DDC6E991-AFE5-8A47-BE30-B779E069309C}"/>
              </a:ext>
            </a:extLst>
          </p:cNvPr>
          <p:cNvSpPr>
            <a:spLocks noGrp="1"/>
          </p:cNvSpPr>
          <p:nvPr>
            <p:ph type="sldNum" sz="quarter" idx="22"/>
          </p:nvPr>
        </p:nvSpPr>
        <p:spPr>
          <a:xfrm>
            <a:off x="8421624" y="4754880"/>
            <a:ext cx="457200" cy="381643"/>
          </a:xfrm>
          <a:prstGeom prst="rect">
            <a:avLst/>
          </a:prstGeom>
        </p:spPr>
        <p:txBody>
          <a:bodyPr/>
          <a:lstStyle/>
          <a:p>
            <a:fld id="{BD59DAAA-0634-FC41-A826-8BC222AF9A3E}" type="slidenum">
              <a:rPr lang="en-US" smtClean="0"/>
              <a:pPr/>
              <a:t>‹#›</a:t>
            </a:fld>
            <a:endParaRPr lang="en-US"/>
          </a:p>
        </p:txBody>
      </p:sp>
    </p:spTree>
    <p:extLst>
      <p:ext uri="{BB962C8B-B14F-4D97-AF65-F5344CB8AC3E}">
        <p14:creationId xmlns:p14="http://schemas.microsoft.com/office/powerpoint/2010/main" val="6098214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tement w/dark backgroun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10969-6186-0542-9A5B-DF719901B397}"/>
              </a:ext>
            </a:extLst>
          </p:cNvPr>
          <p:cNvSpPr>
            <a:spLocks noGrp="1"/>
          </p:cNvSpPr>
          <p:nvPr>
            <p:ph type="dt" sz="half" idx="21"/>
          </p:nvPr>
        </p:nvSpPr>
        <p:spPr>
          <a:xfrm>
            <a:off x="4297680" y="4754880"/>
            <a:ext cx="2117634" cy="381643"/>
          </a:xfrm>
          <a:prstGeom prst="rect">
            <a:avLst/>
          </a:prstGeom>
        </p:spPr>
        <p:txBody>
          <a:bodyPr/>
          <a:lstStyle/>
          <a:p>
            <a:fld id="{4005FD34-7D5E-6A4C-B563-FA008C4FF639}" type="datetime4">
              <a:rPr lang="en-US" smtClean="0"/>
              <a:t>November 5, 2025</a:t>
            </a:fld>
            <a:endParaRPr lang="en-US"/>
          </a:p>
        </p:txBody>
      </p:sp>
      <p:sp>
        <p:nvSpPr>
          <p:cNvPr id="3" name="Slide Number Placeholder 2">
            <a:extLst>
              <a:ext uri="{FF2B5EF4-FFF2-40B4-BE49-F238E27FC236}">
                <a16:creationId xmlns:a16="http://schemas.microsoft.com/office/drawing/2014/main" id="{955D5063-146A-044A-80F5-2156075E54D7}"/>
              </a:ext>
            </a:extLst>
          </p:cNvPr>
          <p:cNvSpPr>
            <a:spLocks noGrp="1"/>
          </p:cNvSpPr>
          <p:nvPr>
            <p:ph type="sldNum" sz="quarter" idx="22"/>
          </p:nvPr>
        </p:nvSpPr>
        <p:spPr>
          <a:xfrm>
            <a:off x="8421624" y="4754880"/>
            <a:ext cx="457200" cy="381643"/>
          </a:xfrm>
          <a:prstGeom prst="rect">
            <a:avLst/>
          </a:prstGeom>
        </p:spPr>
        <p:txBody>
          <a:bodyPr/>
          <a:lstStyle/>
          <a:p>
            <a:fld id="{BD59DAAA-0634-FC41-A826-8BC222AF9A3E}" type="slidenum">
              <a:rPr lang="en-US" smtClean="0"/>
              <a:pPr/>
              <a:t>‹#›</a:t>
            </a:fld>
            <a:endParaRPr lang="en-US"/>
          </a:p>
        </p:txBody>
      </p:sp>
      <p:sp>
        <p:nvSpPr>
          <p:cNvPr id="6" name="Text Placeholder 5">
            <a:extLst>
              <a:ext uri="{FF2B5EF4-FFF2-40B4-BE49-F238E27FC236}">
                <a16:creationId xmlns:a16="http://schemas.microsoft.com/office/drawing/2014/main" id="{3A64EE3B-0EE4-F14E-B999-7AA86E1012D2}"/>
              </a:ext>
            </a:extLst>
          </p:cNvPr>
          <p:cNvSpPr>
            <a:spLocks noGrp="1"/>
          </p:cNvSpPr>
          <p:nvPr>
            <p:ph type="body" sz="quarter" idx="23" hasCustomPrompt="1"/>
          </p:nvPr>
        </p:nvSpPr>
        <p:spPr>
          <a:xfrm>
            <a:off x="1371600" y="1408176"/>
            <a:ext cx="6400800" cy="1665071"/>
          </a:xfrm>
          <a:prstGeom prst="rect">
            <a:avLst/>
          </a:prstGeom>
        </p:spPr>
        <p:txBody>
          <a:bodyPr lIns="0" tIns="0" rIns="0" bIns="0" anchor="ctr" anchorCtr="0">
            <a:spAutoFit/>
          </a:bodyPr>
          <a:lstStyle>
            <a:lvl1pPr marL="0" indent="0" algn="ctr">
              <a:buNone/>
              <a:defRPr sz="4000"/>
            </a:lvl1pPr>
            <a:lvl2pPr marL="342900" indent="0" algn="ctr">
              <a:buNone/>
              <a:defRPr sz="4000"/>
            </a:lvl2pPr>
            <a:lvl3pPr marL="685800" indent="0" algn="ctr">
              <a:buNone/>
              <a:defRPr sz="4000"/>
            </a:lvl3pPr>
            <a:lvl4pPr marL="1028700" indent="0" algn="ctr">
              <a:buNone/>
              <a:defRPr sz="4000"/>
            </a:lvl4pPr>
            <a:lvl5pPr marL="1371600" indent="0" algn="ctr">
              <a:buNone/>
              <a:defRPr sz="4000"/>
            </a:lvl5pPr>
          </a:lstStyle>
          <a:p>
            <a:pPr lvl="0"/>
            <a:r>
              <a:rPr lang="en-US"/>
              <a:t>Lorem ipsum dolor sit </a:t>
            </a:r>
            <a:r>
              <a:rPr lang="en-US" err="1"/>
              <a:t>amet</a:t>
            </a:r>
            <a:r>
              <a:rPr lang="en-US"/>
              <a:t> ex </a:t>
            </a:r>
            <a:r>
              <a:rPr lang="en-US" err="1"/>
              <a:t>eum</a:t>
            </a:r>
            <a:r>
              <a:rPr lang="en-US"/>
              <a:t> </a:t>
            </a:r>
            <a:r>
              <a:rPr lang="en-US" err="1"/>
              <a:t>reque</a:t>
            </a:r>
            <a:r>
              <a:rPr lang="en-US"/>
              <a:t> </a:t>
            </a:r>
            <a:r>
              <a:rPr lang="en-US" err="1"/>
              <a:t>graece</a:t>
            </a:r>
            <a:r>
              <a:rPr lang="en-US"/>
              <a:t> </a:t>
            </a:r>
            <a:r>
              <a:rPr lang="en-US" err="1"/>
              <a:t>nam</a:t>
            </a:r>
            <a:r>
              <a:rPr lang="en-US"/>
              <a:t> </a:t>
            </a:r>
            <a:r>
              <a:rPr lang="en-US" err="1"/>
              <a:t>harum</a:t>
            </a:r>
            <a:r>
              <a:rPr lang="en-US"/>
              <a:t> </a:t>
            </a:r>
            <a:r>
              <a:rPr lang="en-US" err="1"/>
              <a:t>vonsequat</a:t>
            </a:r>
            <a:endParaRPr lang="en-US"/>
          </a:p>
        </p:txBody>
      </p:sp>
    </p:spTree>
    <p:extLst>
      <p:ext uri="{BB962C8B-B14F-4D97-AF65-F5344CB8AC3E}">
        <p14:creationId xmlns:p14="http://schemas.microsoft.com/office/powerpoint/2010/main" val="3378397108"/>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Header rule">
            <a:extLst>
              <a:ext uri="{FF2B5EF4-FFF2-40B4-BE49-F238E27FC236}">
                <a16:creationId xmlns:a16="http://schemas.microsoft.com/office/drawing/2014/main" id="{7A6017F5-68B7-D944-A014-D63BB33FFFAF}"/>
              </a:ext>
            </a:extLst>
          </p:cNvPr>
          <p:cNvSpPr/>
          <p:nvPr userDrawn="1"/>
        </p:nvSpPr>
        <p:spPr>
          <a:xfrm>
            <a:off x="640080" y="2468880"/>
            <a:ext cx="7772400" cy="36576"/>
          </a:xfrm>
          <a:prstGeom prst="rect">
            <a:avLst/>
          </a:prstGeom>
          <a:solidFill>
            <a:srgbClr val="FFD1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a:latin typeface="Helvetica Regular" pitchFamily="2" charset="0"/>
            </a:endParaRPr>
          </a:p>
        </p:txBody>
      </p:sp>
      <p:sp>
        <p:nvSpPr>
          <p:cNvPr id="4" name="TextBox 3">
            <a:extLst>
              <a:ext uri="{FF2B5EF4-FFF2-40B4-BE49-F238E27FC236}">
                <a16:creationId xmlns:a16="http://schemas.microsoft.com/office/drawing/2014/main" id="{95D8306F-5F87-7847-B58F-BCA4CBD4690B}"/>
              </a:ext>
            </a:extLst>
          </p:cNvPr>
          <p:cNvSpPr txBox="1"/>
          <p:nvPr userDrawn="1"/>
        </p:nvSpPr>
        <p:spPr>
          <a:xfrm>
            <a:off x="640080" y="1874520"/>
            <a:ext cx="7772400" cy="553998"/>
          </a:xfrm>
          <a:prstGeom prst="rect">
            <a:avLst/>
          </a:prstGeom>
          <a:noFill/>
        </p:spPr>
        <p:txBody>
          <a:bodyPr wrap="square" lIns="0" tIns="0" rIns="0" bIns="0" rtlCol="0" anchor="b" anchorCtr="0">
            <a:spAutoFit/>
          </a:bodyPr>
          <a:lstStyle/>
          <a:p>
            <a:r>
              <a:rPr lang="en-US" sz="3600" b="1" i="0" baseline="0">
                <a:solidFill>
                  <a:schemeClr val="bg1"/>
                </a:solidFill>
                <a:latin typeface="Helvetica" pitchFamily="2" charset="0"/>
              </a:rPr>
              <a:t>Thank You</a:t>
            </a:r>
          </a:p>
        </p:txBody>
      </p:sp>
    </p:spTree>
    <p:extLst>
      <p:ext uri="{BB962C8B-B14F-4D97-AF65-F5344CB8AC3E}">
        <p14:creationId xmlns:p14="http://schemas.microsoft.com/office/powerpoint/2010/main" val="215225969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w/copy">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828800"/>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 magna </a:t>
            </a:r>
            <a:r>
              <a:rPr lang="en-US" sz="1400" b="0" i="0" kern="1200" err="1">
                <a:solidFill>
                  <a:srgbClr val="58595B"/>
                </a:solidFill>
                <a:effectLst/>
                <a:latin typeface="Helvetica" pitchFamily="2" charset="0"/>
                <a:ea typeface="+mn-ea"/>
                <a:cs typeface="+mn-cs"/>
              </a:rPr>
              <a:t>aliqua</a:t>
            </a:r>
            <a:r>
              <a:rPr lang="en-US" sz="1400" b="0" i="0" kern="1200">
                <a:solidFill>
                  <a:srgbClr val="58595B"/>
                </a:solidFill>
                <a:effectLst/>
                <a:latin typeface="Helvetica" pitchFamily="2" charset="0"/>
                <a:ea typeface="+mn-ea"/>
                <a:cs typeface="+mn-cs"/>
              </a:rPr>
              <a:t>. Ut </a:t>
            </a:r>
            <a:r>
              <a:rPr lang="en-US" sz="1400" b="0" i="0" kern="1200" err="1">
                <a:solidFill>
                  <a:srgbClr val="58595B"/>
                </a:solidFill>
                <a:effectLst/>
                <a:latin typeface="Helvetica" pitchFamily="2" charset="0"/>
                <a:ea typeface="+mn-ea"/>
                <a:cs typeface="+mn-cs"/>
              </a:rPr>
              <a:t>enim</a:t>
            </a:r>
            <a:r>
              <a:rPr lang="en-US" sz="1400" b="0" i="0" kern="1200">
                <a:solidFill>
                  <a:srgbClr val="58595B"/>
                </a:solidFill>
                <a:effectLst/>
                <a:latin typeface="Helvetica" pitchFamily="2" charset="0"/>
                <a:ea typeface="+mn-ea"/>
                <a:cs typeface="+mn-cs"/>
              </a:rPr>
              <a:t> ad minim </a:t>
            </a:r>
            <a:r>
              <a:rPr lang="en-US" sz="1400" b="0" i="0" kern="1200" err="1">
                <a:solidFill>
                  <a:srgbClr val="58595B"/>
                </a:solidFill>
                <a:effectLst/>
                <a:latin typeface="Helvetica" pitchFamily="2" charset="0"/>
                <a:ea typeface="+mn-ea"/>
                <a:cs typeface="+mn-cs"/>
              </a:rPr>
              <a:t>veniam</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quis</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nostrud</a:t>
            </a:r>
            <a:r>
              <a:rPr lang="en-US" sz="1400" b="0" i="0" kern="1200">
                <a:solidFill>
                  <a:srgbClr val="58595B"/>
                </a:solidFill>
                <a:effectLst/>
                <a:latin typeface="Helvetica" pitchFamily="2" charset="0"/>
                <a:ea typeface="+mn-ea"/>
                <a:cs typeface="+mn-cs"/>
              </a:rPr>
              <a:t> exercitation </a:t>
            </a:r>
            <a:r>
              <a:rPr lang="en-US" sz="1400" b="0" i="0" kern="1200" err="1">
                <a:solidFill>
                  <a:srgbClr val="58595B"/>
                </a:solidFill>
                <a:effectLst/>
                <a:latin typeface="Helvetica" pitchFamily="2" charset="0"/>
                <a:ea typeface="+mn-ea"/>
                <a:cs typeface="+mn-cs"/>
              </a:rPr>
              <a:t>ullamco</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laboris</a:t>
            </a:r>
            <a:r>
              <a:rPr lang="en-US" sz="1400" b="0" i="0" kern="1200">
                <a:solidFill>
                  <a:srgbClr val="58595B"/>
                </a:solidFill>
                <a:effectLst/>
                <a:latin typeface="Helvetica" pitchFamily="2" charset="0"/>
                <a:ea typeface="+mn-ea"/>
                <a:cs typeface="+mn-cs"/>
              </a:rPr>
              <a:t> nisi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aliquip</a:t>
            </a:r>
            <a:r>
              <a:rPr lang="en-US" sz="1400" b="0" i="0" kern="1200">
                <a:solidFill>
                  <a:srgbClr val="58595B"/>
                </a:solidFill>
                <a:effectLst/>
                <a:latin typeface="Helvetica" pitchFamily="2" charset="0"/>
                <a:ea typeface="+mn-ea"/>
                <a:cs typeface="+mn-cs"/>
              </a:rPr>
              <a:t> ex </a:t>
            </a:r>
            <a:r>
              <a:rPr lang="en-US" sz="1400" b="0" i="0" kern="1200" err="1">
                <a:solidFill>
                  <a:srgbClr val="58595B"/>
                </a:solidFill>
                <a:effectLst/>
                <a:latin typeface="Helvetica" pitchFamily="2" charset="0"/>
                <a:ea typeface="+mn-ea"/>
                <a:cs typeface="+mn-cs"/>
              </a:rPr>
              <a:t>ead</a:t>
            </a:r>
            <a:r>
              <a:rPr lang="en-US" sz="1400" b="0" i="0" kern="120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46304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F397C7E5-D4D6-0C4C-99AF-822F7BE7D8B6}"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3" name="Title 2">
            <a:extLst>
              <a:ext uri="{FF2B5EF4-FFF2-40B4-BE49-F238E27FC236}">
                <a16:creationId xmlns:a16="http://schemas.microsoft.com/office/drawing/2014/main" id="{8B117F2E-F782-844A-A783-F9F40B77A93D}"/>
              </a:ext>
            </a:extLst>
          </p:cNvPr>
          <p:cNvSpPr>
            <a:spLocks noGrp="1"/>
          </p:cNvSpPr>
          <p:nvPr>
            <p:ph type="title" hasCustomPrompt="1"/>
          </p:nvPr>
        </p:nvSpPr>
        <p:spPr/>
        <p:txBody>
          <a:bodyPr/>
          <a:lstStyle/>
          <a:p>
            <a:r>
              <a:rPr lang="en-US"/>
              <a:t>Header w/copy</a:t>
            </a:r>
          </a:p>
        </p:txBody>
      </p:sp>
    </p:spTree>
    <p:extLst>
      <p:ext uri="{BB962C8B-B14F-4D97-AF65-F5344CB8AC3E}">
        <p14:creationId xmlns:p14="http://schemas.microsoft.com/office/powerpoint/2010/main" val="298216496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w/bullet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828801"/>
            <a:ext cx="6858000" cy="582788"/>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 magna </a:t>
            </a:r>
            <a:r>
              <a:rPr lang="en-US" sz="1400" b="0" i="0" kern="1200" err="1">
                <a:solidFill>
                  <a:srgbClr val="58595B"/>
                </a:solidFill>
                <a:effectLst/>
                <a:latin typeface="Helvetica" pitchFamily="2" charset="0"/>
                <a:ea typeface="+mn-ea"/>
                <a:cs typeface="+mn-cs"/>
              </a:rPr>
              <a:t>aliqua</a:t>
            </a:r>
            <a:r>
              <a:rPr lang="en-US" sz="1400" b="0" i="0" kern="1200">
                <a:solidFill>
                  <a:srgbClr val="58595B"/>
                </a:solidFill>
                <a:effectLst/>
                <a:latin typeface="Helvetica" pitchFamily="2" charset="0"/>
                <a:ea typeface="+mn-ea"/>
                <a:cs typeface="+mn-cs"/>
              </a:rPr>
              <a:t>. Ut </a:t>
            </a:r>
            <a:r>
              <a:rPr lang="en-US" sz="1400" b="0" i="0" kern="1200" err="1">
                <a:solidFill>
                  <a:srgbClr val="58595B"/>
                </a:solidFill>
                <a:effectLst/>
                <a:latin typeface="Helvetica" pitchFamily="2" charset="0"/>
                <a:ea typeface="+mn-ea"/>
                <a:cs typeface="+mn-cs"/>
              </a:rPr>
              <a:t>enim</a:t>
            </a:r>
            <a:r>
              <a:rPr lang="en-US" sz="1400" b="0" i="0" kern="1200">
                <a:solidFill>
                  <a:srgbClr val="58595B"/>
                </a:solidFill>
                <a:effectLst/>
                <a:latin typeface="Helvetica" pitchFamily="2" charset="0"/>
                <a:ea typeface="+mn-ea"/>
                <a:cs typeface="+mn-cs"/>
              </a:rPr>
              <a:t> ad minim </a:t>
            </a:r>
            <a:r>
              <a:rPr lang="en-US" sz="1400" b="0" i="0" kern="1200" err="1">
                <a:solidFill>
                  <a:srgbClr val="58595B"/>
                </a:solidFill>
                <a:effectLst/>
                <a:latin typeface="Helvetica" pitchFamily="2" charset="0"/>
                <a:ea typeface="+mn-ea"/>
                <a:cs typeface="+mn-cs"/>
              </a:rPr>
              <a:t>veniam</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quis</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nostrud</a:t>
            </a:r>
            <a:r>
              <a:rPr lang="en-US" sz="1400" b="0" i="0" kern="1200">
                <a:solidFill>
                  <a:srgbClr val="58595B"/>
                </a:solidFill>
                <a:effectLst/>
                <a:latin typeface="Helvetica" pitchFamily="2" charset="0"/>
                <a:ea typeface="+mn-ea"/>
                <a:cs typeface="+mn-cs"/>
              </a:rPr>
              <a:t> exercitation </a:t>
            </a:r>
            <a:r>
              <a:rPr lang="en-US" sz="1400" b="0" i="0" kern="1200" err="1">
                <a:solidFill>
                  <a:srgbClr val="58595B"/>
                </a:solidFill>
                <a:effectLst/>
                <a:latin typeface="Helvetica" pitchFamily="2" charset="0"/>
                <a:ea typeface="+mn-ea"/>
                <a:cs typeface="+mn-cs"/>
              </a:rPr>
              <a:t>ullamco</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laboris</a:t>
            </a:r>
            <a:r>
              <a:rPr lang="en-US" sz="1400" b="0" i="0" kern="1200">
                <a:solidFill>
                  <a:srgbClr val="58595B"/>
                </a:solidFill>
                <a:effectLst/>
                <a:latin typeface="Helvetica" pitchFamily="2" charset="0"/>
                <a:ea typeface="+mn-ea"/>
                <a:cs typeface="+mn-cs"/>
              </a:rPr>
              <a:t> nisi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aliquip</a:t>
            </a:r>
            <a:r>
              <a:rPr lang="en-US" sz="1400" b="0" i="0" kern="1200">
                <a:solidFill>
                  <a:srgbClr val="58595B"/>
                </a:solidFill>
                <a:effectLst/>
                <a:latin typeface="Helvetica" pitchFamily="2" charset="0"/>
                <a:ea typeface="+mn-ea"/>
                <a:cs typeface="+mn-cs"/>
              </a:rPr>
              <a:t> ex </a:t>
            </a:r>
            <a:r>
              <a:rPr lang="en-US" sz="1400" b="0" i="0" kern="1200" err="1">
                <a:solidFill>
                  <a:srgbClr val="58595B"/>
                </a:solidFill>
                <a:effectLst/>
                <a:latin typeface="Helvetica" pitchFamily="2" charset="0"/>
                <a:ea typeface="+mn-ea"/>
                <a:cs typeface="+mn-cs"/>
              </a:rPr>
              <a:t>ead</a:t>
            </a:r>
            <a:r>
              <a:rPr lang="en-US" sz="1400" b="0" i="0" kern="120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463040"/>
            <a:ext cx="685800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a:t>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5BB146B1-0B88-5443-B37C-799D96157DB2}"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4" name="Title 3">
            <a:extLst>
              <a:ext uri="{FF2B5EF4-FFF2-40B4-BE49-F238E27FC236}">
                <a16:creationId xmlns:a16="http://schemas.microsoft.com/office/drawing/2014/main" id="{34576D38-1D07-4944-9AE7-710415891258}"/>
              </a:ext>
            </a:extLst>
          </p:cNvPr>
          <p:cNvSpPr>
            <a:spLocks noGrp="1"/>
          </p:cNvSpPr>
          <p:nvPr>
            <p:ph type="title" hasCustomPrompt="1"/>
          </p:nvPr>
        </p:nvSpPr>
        <p:spPr/>
        <p:txBody>
          <a:bodyPr/>
          <a:lstStyle/>
          <a:p>
            <a:r>
              <a:rPr lang="en-US"/>
              <a:t>Header w/copy and bullets</a:t>
            </a:r>
          </a:p>
        </p:txBody>
      </p:sp>
      <p:sp>
        <p:nvSpPr>
          <p:cNvPr id="5" name="Text Placeholder 4">
            <a:extLst>
              <a:ext uri="{FF2B5EF4-FFF2-40B4-BE49-F238E27FC236}">
                <a16:creationId xmlns:a16="http://schemas.microsoft.com/office/drawing/2014/main" id="{0FFD0577-5F1A-6D46-A761-EF474AB9FB11}"/>
              </a:ext>
            </a:extLst>
          </p:cNvPr>
          <p:cNvSpPr>
            <a:spLocks noGrp="1"/>
          </p:cNvSpPr>
          <p:nvPr>
            <p:ph type="body" sz="quarter" idx="20" hasCustomPrompt="1"/>
          </p:nvPr>
        </p:nvSpPr>
        <p:spPr>
          <a:xfrm>
            <a:off x="1097279" y="2560320"/>
            <a:ext cx="6858000" cy="388889"/>
          </a:xfrm>
        </p:spPr>
        <p:txBody>
          <a:bodyPr lIns="365760">
            <a:spAutoFit/>
          </a:bodyPr>
          <a:lstStyle>
            <a:lvl1pPr>
              <a:defRPr/>
            </a:lvl1pPr>
          </a:lstStyle>
          <a:p>
            <a:pPr lvl="0"/>
            <a:r>
              <a:rPr lang="en-US"/>
              <a:t>Most bulleted slides should have no more than 5 bullets with only about 5-6 words per bullet.</a:t>
            </a:r>
          </a:p>
        </p:txBody>
      </p:sp>
    </p:spTree>
    <p:extLst>
      <p:ext uri="{BB962C8B-B14F-4D97-AF65-F5344CB8AC3E}">
        <p14:creationId xmlns:p14="http://schemas.microsoft.com/office/powerpoint/2010/main" val="233925834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w/two column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097280" y="182880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 magna </a:t>
            </a:r>
            <a:r>
              <a:rPr lang="en-US" sz="1400" b="0" i="0" kern="1200" err="1">
                <a:solidFill>
                  <a:srgbClr val="58595B"/>
                </a:solidFill>
                <a:effectLst/>
                <a:latin typeface="Helvetica" pitchFamily="2" charset="0"/>
                <a:ea typeface="+mn-ea"/>
                <a:cs typeface="+mn-cs"/>
              </a:rPr>
              <a:t>aliqua</a:t>
            </a:r>
            <a:r>
              <a:rPr lang="en-US" sz="1400" b="0" i="0" kern="1200">
                <a:solidFill>
                  <a:srgbClr val="58595B"/>
                </a:solidFill>
                <a:effectLst/>
                <a:latin typeface="Helvetica" pitchFamily="2" charset="0"/>
                <a:ea typeface="+mn-ea"/>
                <a:cs typeface="+mn-cs"/>
              </a:rPr>
              <a:t>. Ut </a:t>
            </a:r>
            <a:r>
              <a:rPr lang="en-US" sz="1400" b="0" i="0" kern="1200" err="1">
                <a:solidFill>
                  <a:srgbClr val="58595B"/>
                </a:solidFill>
                <a:effectLst/>
                <a:latin typeface="Helvetica" pitchFamily="2" charset="0"/>
                <a:ea typeface="+mn-ea"/>
                <a:cs typeface="+mn-cs"/>
              </a:rPr>
              <a:t>enim</a:t>
            </a:r>
            <a:r>
              <a:rPr lang="en-US" sz="1400" b="0" i="0" kern="1200">
                <a:solidFill>
                  <a:srgbClr val="58595B"/>
                </a:solidFill>
                <a:effectLst/>
                <a:latin typeface="Helvetica" pitchFamily="2" charset="0"/>
                <a:ea typeface="+mn-ea"/>
                <a:cs typeface="+mn-cs"/>
              </a:rPr>
              <a:t> ad minim </a:t>
            </a:r>
            <a:r>
              <a:rPr lang="en-US" sz="1400" b="0" i="0" kern="1200" err="1">
                <a:solidFill>
                  <a:srgbClr val="58595B"/>
                </a:solidFill>
                <a:effectLst/>
                <a:latin typeface="Helvetica" pitchFamily="2" charset="0"/>
                <a:ea typeface="+mn-ea"/>
                <a:cs typeface="+mn-cs"/>
              </a:rPr>
              <a:t>veniam</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quis</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nostrud</a:t>
            </a:r>
            <a:r>
              <a:rPr lang="en-US" sz="1400" b="0" i="0" kern="1200">
                <a:solidFill>
                  <a:srgbClr val="58595B"/>
                </a:solidFill>
                <a:effectLst/>
                <a:latin typeface="Helvetica" pitchFamily="2" charset="0"/>
                <a:ea typeface="+mn-ea"/>
                <a:cs typeface="+mn-cs"/>
              </a:rPr>
              <a:t> exercitation </a:t>
            </a:r>
            <a:r>
              <a:rPr lang="en-US" sz="1400" b="0" i="0" kern="1200" err="1">
                <a:solidFill>
                  <a:srgbClr val="58595B"/>
                </a:solidFill>
                <a:effectLst/>
                <a:latin typeface="Helvetica" pitchFamily="2" charset="0"/>
                <a:ea typeface="+mn-ea"/>
                <a:cs typeface="+mn-cs"/>
              </a:rPr>
              <a:t>ullamco</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laboris</a:t>
            </a:r>
            <a:r>
              <a:rPr lang="en-US" sz="1400" b="0" i="0" kern="1200">
                <a:solidFill>
                  <a:srgbClr val="58595B"/>
                </a:solidFill>
                <a:effectLst/>
                <a:latin typeface="Helvetica" pitchFamily="2" charset="0"/>
                <a:ea typeface="+mn-ea"/>
                <a:cs typeface="+mn-cs"/>
              </a:rPr>
              <a:t> nisi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aliquip</a:t>
            </a:r>
            <a:r>
              <a:rPr lang="en-US" sz="1400" b="0" i="0" kern="1200">
                <a:solidFill>
                  <a:srgbClr val="58595B"/>
                </a:solidFill>
                <a:effectLst/>
                <a:latin typeface="Helvetica" pitchFamily="2" charset="0"/>
                <a:ea typeface="+mn-ea"/>
                <a:cs typeface="+mn-cs"/>
              </a:rPr>
              <a:t> ex </a:t>
            </a:r>
            <a:r>
              <a:rPr lang="en-US" sz="1400" b="0" i="0" kern="1200" err="1">
                <a:solidFill>
                  <a:srgbClr val="58595B"/>
                </a:solidFill>
                <a:effectLst/>
                <a:latin typeface="Helvetica" pitchFamily="2" charset="0"/>
                <a:ea typeface="+mn-ea"/>
                <a:cs typeface="+mn-cs"/>
              </a:rPr>
              <a:t>ead</a:t>
            </a:r>
            <a:r>
              <a:rPr lang="en-US" sz="1400" b="0" i="0" kern="120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097280" y="1463040"/>
            <a:ext cx="3383280" cy="215444"/>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a:t>Column One Subhead</a:t>
            </a:r>
          </a:p>
        </p:txBody>
      </p:sp>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0208F493-AC88-434C-85C6-8D8B21A8305D}"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029200" y="1828800"/>
            <a:ext cx="3383280" cy="1205209"/>
          </a:xfrm>
          <a:prstGeom prst="rect">
            <a:avLst/>
          </a:prstGeom>
        </p:spPr>
        <p:txBody>
          <a:bodyPr>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 magna </a:t>
            </a:r>
            <a:r>
              <a:rPr lang="en-US" sz="1400" b="0" i="0" kern="1200" err="1">
                <a:solidFill>
                  <a:srgbClr val="58595B"/>
                </a:solidFill>
                <a:effectLst/>
                <a:latin typeface="Helvetica" pitchFamily="2" charset="0"/>
                <a:ea typeface="+mn-ea"/>
                <a:cs typeface="+mn-cs"/>
              </a:rPr>
              <a:t>aliqua</a:t>
            </a:r>
            <a:r>
              <a:rPr lang="en-US" sz="1400" b="0" i="0" kern="1200">
                <a:solidFill>
                  <a:srgbClr val="58595B"/>
                </a:solidFill>
                <a:effectLst/>
                <a:latin typeface="Helvetica" pitchFamily="2" charset="0"/>
                <a:ea typeface="+mn-ea"/>
                <a:cs typeface="+mn-cs"/>
              </a:rPr>
              <a:t>. Ut </a:t>
            </a:r>
            <a:r>
              <a:rPr lang="en-US" sz="1400" b="0" i="0" kern="1200" err="1">
                <a:solidFill>
                  <a:srgbClr val="58595B"/>
                </a:solidFill>
                <a:effectLst/>
                <a:latin typeface="Helvetica" pitchFamily="2" charset="0"/>
                <a:ea typeface="+mn-ea"/>
                <a:cs typeface="+mn-cs"/>
              </a:rPr>
              <a:t>enim</a:t>
            </a:r>
            <a:r>
              <a:rPr lang="en-US" sz="1400" b="0" i="0" kern="1200">
                <a:solidFill>
                  <a:srgbClr val="58595B"/>
                </a:solidFill>
                <a:effectLst/>
                <a:latin typeface="Helvetica" pitchFamily="2" charset="0"/>
                <a:ea typeface="+mn-ea"/>
                <a:cs typeface="+mn-cs"/>
              </a:rPr>
              <a:t> ad minim </a:t>
            </a:r>
            <a:r>
              <a:rPr lang="en-US" sz="1400" b="0" i="0" kern="1200" err="1">
                <a:solidFill>
                  <a:srgbClr val="58595B"/>
                </a:solidFill>
                <a:effectLst/>
                <a:latin typeface="Helvetica" pitchFamily="2" charset="0"/>
                <a:ea typeface="+mn-ea"/>
                <a:cs typeface="+mn-cs"/>
              </a:rPr>
              <a:t>veniam</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quis</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nostrud</a:t>
            </a:r>
            <a:r>
              <a:rPr lang="en-US" sz="1400" b="0" i="0" kern="1200">
                <a:solidFill>
                  <a:srgbClr val="58595B"/>
                </a:solidFill>
                <a:effectLst/>
                <a:latin typeface="Helvetica" pitchFamily="2" charset="0"/>
                <a:ea typeface="+mn-ea"/>
                <a:cs typeface="+mn-cs"/>
              </a:rPr>
              <a:t> exercitation </a:t>
            </a:r>
            <a:r>
              <a:rPr lang="en-US" sz="1400" b="0" i="0" kern="1200" err="1">
                <a:solidFill>
                  <a:srgbClr val="58595B"/>
                </a:solidFill>
                <a:effectLst/>
                <a:latin typeface="Helvetica" pitchFamily="2" charset="0"/>
                <a:ea typeface="+mn-ea"/>
                <a:cs typeface="+mn-cs"/>
              </a:rPr>
              <a:t>ullamco</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laboris</a:t>
            </a:r>
            <a:r>
              <a:rPr lang="en-US" sz="1400" b="0" i="0" kern="1200">
                <a:solidFill>
                  <a:srgbClr val="58595B"/>
                </a:solidFill>
                <a:effectLst/>
                <a:latin typeface="Helvetica" pitchFamily="2" charset="0"/>
                <a:ea typeface="+mn-ea"/>
                <a:cs typeface="+mn-cs"/>
              </a:rPr>
              <a:t> nisi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aliquip</a:t>
            </a:r>
            <a:r>
              <a:rPr lang="en-US" sz="1400" b="0" i="0" kern="1200">
                <a:solidFill>
                  <a:srgbClr val="58595B"/>
                </a:solidFill>
                <a:effectLst/>
                <a:latin typeface="Helvetica" pitchFamily="2" charset="0"/>
                <a:ea typeface="+mn-ea"/>
                <a:cs typeface="+mn-cs"/>
              </a:rPr>
              <a:t> ex </a:t>
            </a:r>
            <a:r>
              <a:rPr lang="en-US" sz="1400" b="0" i="0" kern="1200" err="1">
                <a:solidFill>
                  <a:srgbClr val="58595B"/>
                </a:solidFill>
                <a:effectLst/>
                <a:latin typeface="Helvetica" pitchFamily="2" charset="0"/>
                <a:ea typeface="+mn-ea"/>
                <a:cs typeface="+mn-cs"/>
              </a:rPr>
              <a:t>ead</a:t>
            </a:r>
            <a:r>
              <a:rPr lang="en-US" sz="1400" b="0" i="0" kern="120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029200" y="1463040"/>
            <a:ext cx="3383280" cy="219456"/>
          </a:xfrm>
          <a:prstGeom prst="rect">
            <a:avLst/>
          </a:prstGeom>
        </p:spPr>
        <p:txBody>
          <a:bodyPr/>
          <a:lstStyle>
            <a:lvl1pPr marL="0" indent="0">
              <a:lnSpc>
                <a:spcPct val="100000"/>
              </a:lnSpc>
              <a:buFontTx/>
              <a:buNone/>
              <a:defRPr b="1" i="0" cap="all" baseline="0">
                <a:latin typeface="Helvetica" pitchFamily="2" charset="0"/>
              </a:defRPr>
            </a:lvl1pPr>
          </a:lstStyle>
          <a:p>
            <a:pPr lvl="0"/>
            <a:r>
              <a:rPr lang="en-US"/>
              <a:t>Column Two Subhead</a:t>
            </a:r>
          </a:p>
        </p:txBody>
      </p:sp>
      <p:sp>
        <p:nvSpPr>
          <p:cNvPr id="2" name="Title 1">
            <a:extLst>
              <a:ext uri="{FF2B5EF4-FFF2-40B4-BE49-F238E27FC236}">
                <a16:creationId xmlns:a16="http://schemas.microsoft.com/office/drawing/2014/main" id="{B3E3FFDB-27DF-174A-9ED2-F20F22E29A5C}"/>
              </a:ext>
            </a:extLst>
          </p:cNvPr>
          <p:cNvSpPr>
            <a:spLocks noGrp="1"/>
          </p:cNvSpPr>
          <p:nvPr>
            <p:ph type="title" hasCustomPrompt="1"/>
          </p:nvPr>
        </p:nvSpPr>
        <p:spPr/>
        <p:txBody>
          <a:bodyPr/>
          <a:lstStyle/>
          <a:p>
            <a:r>
              <a:rPr lang="en-US"/>
              <a:t>Header w/two columns</a:t>
            </a:r>
          </a:p>
        </p:txBody>
      </p:sp>
    </p:spTree>
    <p:extLst>
      <p:ext uri="{BB962C8B-B14F-4D97-AF65-F5344CB8AC3E}">
        <p14:creationId xmlns:p14="http://schemas.microsoft.com/office/powerpoint/2010/main" val="316582681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w/tabl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8C40A8F1-2A22-F44C-901D-E64020792B60}"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3" name="Title 2">
            <a:extLst>
              <a:ext uri="{FF2B5EF4-FFF2-40B4-BE49-F238E27FC236}">
                <a16:creationId xmlns:a16="http://schemas.microsoft.com/office/drawing/2014/main" id="{3BE623E0-A664-AE40-BA0B-DD28927DB98C}"/>
              </a:ext>
            </a:extLst>
          </p:cNvPr>
          <p:cNvSpPr>
            <a:spLocks noGrp="1"/>
          </p:cNvSpPr>
          <p:nvPr>
            <p:ph type="title" hasCustomPrompt="1"/>
          </p:nvPr>
        </p:nvSpPr>
        <p:spPr/>
        <p:txBody>
          <a:bodyPr/>
          <a:lstStyle/>
          <a:p>
            <a:r>
              <a:rPr lang="en-US"/>
              <a:t>Header w/table</a:t>
            </a:r>
          </a:p>
        </p:txBody>
      </p:sp>
      <p:sp>
        <p:nvSpPr>
          <p:cNvPr id="4" name="Table Placeholder 3">
            <a:extLst>
              <a:ext uri="{FF2B5EF4-FFF2-40B4-BE49-F238E27FC236}">
                <a16:creationId xmlns:a16="http://schemas.microsoft.com/office/drawing/2014/main" id="{DC239404-90E7-C24E-AFE4-2269257F0B4F}"/>
              </a:ext>
            </a:extLst>
          </p:cNvPr>
          <p:cNvSpPr>
            <a:spLocks noGrp="1"/>
          </p:cNvSpPr>
          <p:nvPr>
            <p:ph type="tbl" sz="quarter" idx="20"/>
          </p:nvPr>
        </p:nvSpPr>
        <p:spPr>
          <a:xfrm>
            <a:off x="1097280" y="1463040"/>
            <a:ext cx="6400800" cy="3108960"/>
          </a:xfrm>
          <a:prstGeom prst="rect">
            <a:avLst/>
          </a:prstGeom>
          <a:solidFill>
            <a:srgbClr val="DBE7F5"/>
          </a:solidFill>
        </p:spPr>
        <p:txBody>
          <a:bodyPr wrap="none" anchor="t" anchorCtr="1">
            <a:noAutofit/>
          </a:bodyPr>
          <a:lstStyle>
            <a:lvl1pPr marL="0" indent="0" algn="ctr">
              <a:buNone/>
              <a:defRPr>
                <a:solidFill>
                  <a:srgbClr val="898989"/>
                </a:solidFill>
              </a:defRPr>
            </a:lvl1pPr>
          </a:lstStyle>
          <a:p>
            <a:r>
              <a:rPr lang="en-US"/>
              <a:t>Click icon to add table</a:t>
            </a:r>
          </a:p>
        </p:txBody>
      </p:sp>
      <p:sp>
        <p:nvSpPr>
          <p:cNvPr id="7" name="Text Placeholder 3">
            <a:extLst>
              <a:ext uri="{FF2B5EF4-FFF2-40B4-BE49-F238E27FC236}">
                <a16:creationId xmlns:a16="http://schemas.microsoft.com/office/drawing/2014/main" id="{333AD3F6-9F07-D947-93D3-62C883A521CD}"/>
              </a:ext>
            </a:extLst>
          </p:cNvPr>
          <p:cNvSpPr>
            <a:spLocks noGrp="1"/>
          </p:cNvSpPr>
          <p:nvPr>
            <p:ph type="body" sz="quarter" idx="12" hasCustomPrompt="1"/>
          </p:nvPr>
        </p:nvSpPr>
        <p:spPr>
          <a:xfrm>
            <a:off x="7739808" y="1463040"/>
            <a:ext cx="1139015" cy="1231106"/>
          </a:xfrm>
          <a:prstGeom prst="rect">
            <a:avLst/>
          </a:prstGeom>
        </p:spPr>
        <p:txBody>
          <a:bodyPr wrap="square" lIns="0">
            <a:spAutoFit/>
          </a:bodyPr>
          <a:lstStyle>
            <a:lvl1pPr marL="0" indent="0" algn="l">
              <a:lnSpc>
                <a:spcPct val="100000"/>
              </a:lnSpc>
              <a:buNone/>
              <a:defRPr sz="800" b="0">
                <a:solidFill>
                  <a:srgbClr val="FF00FF"/>
                </a:solidFill>
              </a:defRPr>
            </a:lvl1pPr>
            <a:lvl2pPr marL="342900" indent="0">
              <a:buNone/>
              <a:defRPr>
                <a:solidFill>
                  <a:srgbClr val="FF0000"/>
                </a:solidFill>
              </a:defRPr>
            </a:lvl2pPr>
            <a:lvl3pPr marL="685800" indent="0">
              <a:buNone/>
              <a:defRPr>
                <a:solidFill>
                  <a:srgbClr val="FF0000"/>
                </a:solidFill>
              </a:defRPr>
            </a:lvl3pPr>
            <a:lvl4pPr marL="1028700" indent="0">
              <a:buNone/>
              <a:defRPr>
                <a:solidFill>
                  <a:srgbClr val="FF0000"/>
                </a:solidFill>
              </a:defRPr>
            </a:lvl4pPr>
            <a:lvl5pPr marL="1371600" indent="0">
              <a:buNone/>
              <a:defRPr>
                <a:solidFill>
                  <a:srgbClr val="FF0000"/>
                </a:solidFill>
              </a:defRPr>
            </a:lvl5pPr>
          </a:lstStyle>
          <a:p>
            <a:pPr lvl="0"/>
            <a:r>
              <a:rPr lang="en-US"/>
              <a:t>Input data using this custom table. If you’re not sure you’ll need this table, we recommend HIDING the slide temporarily instead of deleting it. If deleted, the custom table can be recovered from the master source file. </a:t>
            </a:r>
          </a:p>
        </p:txBody>
      </p:sp>
    </p:spTree>
    <p:extLst>
      <p:ext uri="{BB962C8B-B14F-4D97-AF65-F5344CB8AC3E}">
        <p14:creationId xmlns:p14="http://schemas.microsoft.com/office/powerpoint/2010/main" val="235864062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w/one image on Lef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AF4F0894-4C05-9C4E-B600-D9ECD898A4E1}"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4572000" y="1828800"/>
            <a:ext cx="3840478" cy="1205209"/>
          </a:xfrm>
          <a:prstGeom prst="rect">
            <a:avLst/>
          </a:prstGeom>
        </p:spPr>
        <p:txBody>
          <a:bodyPr lIns="36576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 magna </a:t>
            </a:r>
            <a:r>
              <a:rPr lang="en-US" sz="1400" b="0" i="0" kern="1200" err="1">
                <a:solidFill>
                  <a:srgbClr val="58595B"/>
                </a:solidFill>
                <a:effectLst/>
                <a:latin typeface="Helvetica" pitchFamily="2" charset="0"/>
                <a:ea typeface="+mn-ea"/>
                <a:cs typeface="+mn-cs"/>
              </a:rPr>
              <a:t>aliqua</a:t>
            </a:r>
            <a:r>
              <a:rPr lang="en-US" sz="1400" b="0" i="0" kern="1200">
                <a:solidFill>
                  <a:srgbClr val="58595B"/>
                </a:solidFill>
                <a:effectLst/>
                <a:latin typeface="Helvetica" pitchFamily="2" charset="0"/>
                <a:ea typeface="+mn-ea"/>
                <a:cs typeface="+mn-cs"/>
              </a:rPr>
              <a:t>. Ut </a:t>
            </a:r>
            <a:r>
              <a:rPr lang="en-US" sz="1400" b="0" i="0" kern="1200" err="1">
                <a:solidFill>
                  <a:srgbClr val="58595B"/>
                </a:solidFill>
                <a:effectLst/>
                <a:latin typeface="Helvetica" pitchFamily="2" charset="0"/>
                <a:ea typeface="+mn-ea"/>
                <a:cs typeface="+mn-cs"/>
              </a:rPr>
              <a:t>enim</a:t>
            </a:r>
            <a:r>
              <a:rPr lang="en-US" sz="1400" b="0" i="0" kern="1200">
                <a:solidFill>
                  <a:srgbClr val="58595B"/>
                </a:solidFill>
                <a:effectLst/>
                <a:latin typeface="Helvetica" pitchFamily="2" charset="0"/>
                <a:ea typeface="+mn-ea"/>
                <a:cs typeface="+mn-cs"/>
              </a:rPr>
              <a:t> ad minim </a:t>
            </a:r>
            <a:r>
              <a:rPr lang="en-US" sz="1400" b="0" i="0" kern="1200" err="1">
                <a:solidFill>
                  <a:srgbClr val="58595B"/>
                </a:solidFill>
                <a:effectLst/>
                <a:latin typeface="Helvetica" pitchFamily="2" charset="0"/>
                <a:ea typeface="+mn-ea"/>
                <a:cs typeface="+mn-cs"/>
              </a:rPr>
              <a:t>veniam</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quis</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nostrud</a:t>
            </a:r>
            <a:r>
              <a:rPr lang="en-US" sz="1400" b="0" i="0" kern="1200">
                <a:solidFill>
                  <a:srgbClr val="58595B"/>
                </a:solidFill>
                <a:effectLst/>
                <a:latin typeface="Helvetica" pitchFamily="2" charset="0"/>
                <a:ea typeface="+mn-ea"/>
                <a:cs typeface="+mn-cs"/>
              </a:rPr>
              <a:t> exercitation </a:t>
            </a:r>
            <a:r>
              <a:rPr lang="en-US" sz="1400" b="0" i="0" kern="1200" err="1">
                <a:solidFill>
                  <a:srgbClr val="58595B"/>
                </a:solidFill>
                <a:effectLst/>
                <a:latin typeface="Helvetica" pitchFamily="2" charset="0"/>
                <a:ea typeface="+mn-ea"/>
                <a:cs typeface="+mn-cs"/>
              </a:rPr>
              <a:t>ullamco</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laboris</a:t>
            </a:r>
            <a:r>
              <a:rPr lang="en-US" sz="1400" b="0" i="0" kern="1200">
                <a:solidFill>
                  <a:srgbClr val="58595B"/>
                </a:solidFill>
                <a:effectLst/>
                <a:latin typeface="Helvetica" pitchFamily="2" charset="0"/>
                <a:ea typeface="+mn-ea"/>
                <a:cs typeface="+mn-cs"/>
              </a:rPr>
              <a:t> nisi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aliquip</a:t>
            </a:r>
            <a:r>
              <a:rPr lang="en-US" sz="1400" b="0" i="0" kern="1200">
                <a:solidFill>
                  <a:srgbClr val="58595B"/>
                </a:solidFill>
                <a:effectLst/>
                <a:latin typeface="Helvetica" pitchFamily="2" charset="0"/>
                <a:ea typeface="+mn-ea"/>
                <a:cs typeface="+mn-cs"/>
              </a:rPr>
              <a:t> ex </a:t>
            </a:r>
            <a:r>
              <a:rPr lang="en-US" sz="1400" b="0" i="0" kern="1200" err="1">
                <a:solidFill>
                  <a:srgbClr val="58595B"/>
                </a:solidFill>
                <a:effectLst/>
                <a:latin typeface="Helvetica" pitchFamily="2" charset="0"/>
                <a:ea typeface="+mn-ea"/>
                <a:cs typeface="+mn-cs"/>
              </a:rPr>
              <a:t>ead</a:t>
            </a:r>
            <a:r>
              <a:rPr lang="en-US" sz="1400" b="0" i="0" kern="120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4571999" y="1463040"/>
            <a:ext cx="3840479" cy="219456"/>
          </a:xfrm>
          <a:prstGeom prst="rect">
            <a:avLst/>
          </a:prstGeom>
        </p:spPr>
        <p:txBody>
          <a:bodyPr lIns="365760" rIns="0"/>
          <a:lstStyle>
            <a:lvl1pPr marL="0" indent="0">
              <a:lnSpc>
                <a:spcPct val="100000"/>
              </a:lnSpc>
              <a:buFontTx/>
              <a:buNone/>
              <a:defRPr b="1" i="0" cap="all" baseline="0">
                <a:latin typeface="Helvetica" pitchFamily="2" charset="0"/>
              </a:defRPr>
            </a:lvl1pPr>
          </a:lstStyle>
          <a:p>
            <a:pPr lvl="0"/>
            <a:r>
              <a:rPr lang="en-US"/>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640080" y="1463040"/>
            <a:ext cx="3931920" cy="3108960"/>
          </a:xfrm>
          <a:prstGeom prst="rect">
            <a:avLst/>
          </a:prstGeom>
          <a:solidFill>
            <a:srgbClr val="DBE7F5"/>
          </a:solidFill>
        </p:spPr>
        <p:txBody>
          <a:bodyPr wrap="none"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a:t>Header w/one image on left</a:t>
            </a:r>
          </a:p>
        </p:txBody>
      </p:sp>
    </p:spTree>
    <p:extLst>
      <p:ext uri="{BB962C8B-B14F-4D97-AF65-F5344CB8AC3E}">
        <p14:creationId xmlns:p14="http://schemas.microsoft.com/office/powerpoint/2010/main" val="333340117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er w/one image on Right">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C5558416-D4A5-2C4B-BFD9-97D61B9D22FA}"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80" y="1828800"/>
            <a:ext cx="3840480" cy="1205209"/>
          </a:xfrm>
          <a:prstGeom prst="rect">
            <a:avLst/>
          </a:prstGeom>
        </p:spPr>
        <p:txBody>
          <a:bodyPr lIns="0" rIns="36576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 magna </a:t>
            </a:r>
            <a:r>
              <a:rPr lang="en-US" sz="1400" b="0" i="0" kern="1200" err="1">
                <a:solidFill>
                  <a:srgbClr val="58595B"/>
                </a:solidFill>
                <a:effectLst/>
                <a:latin typeface="Helvetica" pitchFamily="2" charset="0"/>
                <a:ea typeface="+mn-ea"/>
                <a:cs typeface="+mn-cs"/>
              </a:rPr>
              <a:t>aliqua</a:t>
            </a:r>
            <a:r>
              <a:rPr lang="en-US" sz="1400" b="0" i="0" kern="1200">
                <a:solidFill>
                  <a:srgbClr val="58595B"/>
                </a:solidFill>
                <a:effectLst/>
                <a:latin typeface="Helvetica" pitchFamily="2" charset="0"/>
                <a:ea typeface="+mn-ea"/>
                <a:cs typeface="+mn-cs"/>
              </a:rPr>
              <a:t>. Ut </a:t>
            </a:r>
            <a:r>
              <a:rPr lang="en-US" sz="1400" b="0" i="0" kern="1200" err="1">
                <a:solidFill>
                  <a:srgbClr val="58595B"/>
                </a:solidFill>
                <a:effectLst/>
                <a:latin typeface="Helvetica" pitchFamily="2" charset="0"/>
                <a:ea typeface="+mn-ea"/>
                <a:cs typeface="+mn-cs"/>
              </a:rPr>
              <a:t>enim</a:t>
            </a:r>
            <a:r>
              <a:rPr lang="en-US" sz="1400" b="0" i="0" kern="1200">
                <a:solidFill>
                  <a:srgbClr val="58595B"/>
                </a:solidFill>
                <a:effectLst/>
                <a:latin typeface="Helvetica" pitchFamily="2" charset="0"/>
                <a:ea typeface="+mn-ea"/>
                <a:cs typeface="+mn-cs"/>
              </a:rPr>
              <a:t> ad minim </a:t>
            </a:r>
            <a:r>
              <a:rPr lang="en-US" sz="1400" b="0" i="0" kern="1200" err="1">
                <a:solidFill>
                  <a:srgbClr val="58595B"/>
                </a:solidFill>
                <a:effectLst/>
                <a:latin typeface="Helvetica" pitchFamily="2" charset="0"/>
                <a:ea typeface="+mn-ea"/>
                <a:cs typeface="+mn-cs"/>
              </a:rPr>
              <a:t>veniam</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quis</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nostrud</a:t>
            </a:r>
            <a:r>
              <a:rPr lang="en-US" sz="1400" b="0" i="0" kern="1200">
                <a:solidFill>
                  <a:srgbClr val="58595B"/>
                </a:solidFill>
                <a:effectLst/>
                <a:latin typeface="Helvetica" pitchFamily="2" charset="0"/>
                <a:ea typeface="+mn-ea"/>
                <a:cs typeface="+mn-cs"/>
              </a:rPr>
              <a:t> exercitation </a:t>
            </a:r>
            <a:r>
              <a:rPr lang="en-US" sz="1400" b="0" i="0" kern="1200" err="1">
                <a:solidFill>
                  <a:srgbClr val="58595B"/>
                </a:solidFill>
                <a:effectLst/>
                <a:latin typeface="Helvetica" pitchFamily="2" charset="0"/>
                <a:ea typeface="+mn-ea"/>
                <a:cs typeface="+mn-cs"/>
              </a:rPr>
              <a:t>ullamco</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laboris</a:t>
            </a:r>
            <a:r>
              <a:rPr lang="en-US" sz="1400" b="0" i="0" kern="1200">
                <a:solidFill>
                  <a:srgbClr val="58595B"/>
                </a:solidFill>
                <a:effectLst/>
                <a:latin typeface="Helvetica" pitchFamily="2" charset="0"/>
                <a:ea typeface="+mn-ea"/>
                <a:cs typeface="+mn-cs"/>
              </a:rPr>
              <a:t> nisi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aliquip</a:t>
            </a:r>
            <a:r>
              <a:rPr lang="en-US" sz="1400" b="0" i="0" kern="1200">
                <a:solidFill>
                  <a:srgbClr val="58595B"/>
                </a:solidFill>
                <a:effectLst/>
                <a:latin typeface="Helvetica" pitchFamily="2" charset="0"/>
                <a:ea typeface="+mn-ea"/>
                <a:cs typeface="+mn-cs"/>
              </a:rPr>
              <a:t> ex </a:t>
            </a:r>
            <a:r>
              <a:rPr lang="en-US" sz="1400" b="0" i="0" kern="1200" err="1">
                <a:solidFill>
                  <a:srgbClr val="58595B"/>
                </a:solidFill>
                <a:effectLst/>
                <a:latin typeface="Helvetica" pitchFamily="2" charset="0"/>
                <a:ea typeface="+mn-ea"/>
                <a:cs typeface="+mn-cs"/>
              </a:rPr>
              <a:t>ead</a:t>
            </a:r>
            <a:r>
              <a:rPr lang="en-US" sz="1400" b="0" i="0" kern="120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40080" y="1463040"/>
            <a:ext cx="3840479" cy="219456"/>
          </a:xfrm>
          <a:prstGeom prst="rect">
            <a:avLst/>
          </a:prstGeom>
        </p:spPr>
        <p:txBody>
          <a:bodyPr lIns="0" rIns="365760"/>
          <a:lstStyle>
            <a:lvl1pPr marL="0" indent="0">
              <a:lnSpc>
                <a:spcPct val="100000"/>
              </a:lnSpc>
              <a:buFontTx/>
              <a:buNone/>
              <a:defRPr b="1" i="0" cap="all" baseline="0">
                <a:latin typeface="Helvetica" pitchFamily="2" charset="0"/>
              </a:defRPr>
            </a:lvl1pPr>
          </a:lstStyle>
          <a:p>
            <a:pPr lvl="0"/>
            <a:r>
              <a:rPr lang="en-US"/>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4480559" y="1463040"/>
            <a:ext cx="3931920" cy="3108960"/>
          </a:xfrm>
          <a:prstGeom prst="rect">
            <a:avLst/>
          </a:prstGeom>
          <a:solidFill>
            <a:srgbClr val="DBE7F5"/>
          </a:solidFill>
        </p:spPr>
        <p:txBody>
          <a:bodyPr wrap="none"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a:t>Header w/one image on right</a:t>
            </a:r>
          </a:p>
        </p:txBody>
      </p:sp>
    </p:spTree>
    <p:extLst>
      <p:ext uri="{BB962C8B-B14F-4D97-AF65-F5344CB8AC3E}">
        <p14:creationId xmlns:p14="http://schemas.microsoft.com/office/powerpoint/2010/main" val="384288128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er w/two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A44ACDD2-15F2-0B4C-A54B-A39030A6F076}"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463040"/>
            <a:ext cx="3749039" cy="2057400"/>
          </a:xfrm>
          <a:prstGeom prst="rect">
            <a:avLst/>
          </a:prstGeom>
          <a:solidFill>
            <a:srgbClr val="DBE7F5"/>
          </a:solidFill>
        </p:spPr>
        <p:txBody>
          <a:bodyPr wrap="none"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566160"/>
            <a:ext cx="3749039" cy="767454"/>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a:t>Header w/two images</a:t>
            </a:r>
          </a:p>
        </p:txBody>
      </p:sp>
      <p:sp>
        <p:nvSpPr>
          <p:cNvPr id="9" name="Picture Placeholder 2">
            <a:extLst>
              <a:ext uri="{FF2B5EF4-FFF2-40B4-BE49-F238E27FC236}">
                <a16:creationId xmlns:a16="http://schemas.microsoft.com/office/drawing/2014/main" id="{008D5794-D0A3-9A4A-8E55-31C816DBB18B}"/>
              </a:ext>
            </a:extLst>
          </p:cNvPr>
          <p:cNvSpPr>
            <a:spLocks noGrp="1"/>
          </p:cNvSpPr>
          <p:nvPr>
            <p:ph type="pic" sz="quarter" idx="29"/>
          </p:nvPr>
        </p:nvSpPr>
        <p:spPr>
          <a:xfrm>
            <a:off x="4666262" y="1466850"/>
            <a:ext cx="3749039" cy="2057400"/>
          </a:xfrm>
          <a:prstGeom prst="rect">
            <a:avLst/>
          </a:prstGeom>
          <a:solidFill>
            <a:srgbClr val="DBE7F5"/>
          </a:solidFill>
        </p:spPr>
        <p:txBody>
          <a:bodyPr wrap="none"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p>
        </p:txBody>
      </p:sp>
      <p:sp>
        <p:nvSpPr>
          <p:cNvPr id="10" name="Text Placeholder 19">
            <a:extLst>
              <a:ext uri="{FF2B5EF4-FFF2-40B4-BE49-F238E27FC236}">
                <a16:creationId xmlns:a16="http://schemas.microsoft.com/office/drawing/2014/main" id="{ACEE43D6-E059-E04C-9FC3-7001F8E9216B}"/>
              </a:ext>
            </a:extLst>
          </p:cNvPr>
          <p:cNvSpPr>
            <a:spLocks noGrp="1"/>
          </p:cNvSpPr>
          <p:nvPr>
            <p:ph type="body" sz="quarter" idx="30" hasCustomPrompt="1"/>
          </p:nvPr>
        </p:nvSpPr>
        <p:spPr>
          <a:xfrm>
            <a:off x="4666390" y="3569970"/>
            <a:ext cx="3749039" cy="767454"/>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a:t>
            </a:r>
          </a:p>
        </p:txBody>
      </p:sp>
    </p:spTree>
    <p:extLst>
      <p:ext uri="{BB962C8B-B14F-4D97-AF65-F5344CB8AC3E}">
        <p14:creationId xmlns:p14="http://schemas.microsoft.com/office/powerpoint/2010/main" val="1095287017"/>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 w/three images">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D74E759E-4D0E-9441-BADB-21737C39DC67}"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39952" y="1463040"/>
            <a:ext cx="2468880" cy="2057400"/>
          </a:xfrm>
          <a:prstGeom prst="rect">
            <a:avLst/>
          </a:prstGeom>
          <a:solidFill>
            <a:srgbClr val="DBE7F5"/>
          </a:solidFill>
        </p:spPr>
        <p:txBody>
          <a:bodyPr wrap="none"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p>
        </p:txBody>
      </p:sp>
      <p:sp>
        <p:nvSpPr>
          <p:cNvPr id="16" name="Text Placeholder 19">
            <a:extLst>
              <a:ext uri="{FF2B5EF4-FFF2-40B4-BE49-F238E27FC236}">
                <a16:creationId xmlns:a16="http://schemas.microsoft.com/office/drawing/2014/main" id="{D690DD6C-A294-D34A-8F02-8254600AA0CF}"/>
              </a:ext>
            </a:extLst>
          </p:cNvPr>
          <p:cNvSpPr>
            <a:spLocks noGrp="1"/>
          </p:cNvSpPr>
          <p:nvPr>
            <p:ph type="body" sz="quarter" idx="24" hasCustomPrompt="1"/>
          </p:nvPr>
        </p:nvSpPr>
        <p:spPr>
          <a:xfrm>
            <a:off x="5943600" y="356616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a:t>
            </a:r>
          </a:p>
        </p:txBody>
      </p:sp>
      <p:sp>
        <p:nvSpPr>
          <p:cNvPr id="17" name="Picture Placeholder 2">
            <a:extLst>
              <a:ext uri="{FF2B5EF4-FFF2-40B4-BE49-F238E27FC236}">
                <a16:creationId xmlns:a16="http://schemas.microsoft.com/office/drawing/2014/main" id="{4893D48C-9A05-6D48-AEBE-B035AC90CB7B}"/>
              </a:ext>
            </a:extLst>
          </p:cNvPr>
          <p:cNvSpPr>
            <a:spLocks noGrp="1"/>
          </p:cNvSpPr>
          <p:nvPr>
            <p:ph type="pic" sz="quarter" idx="25"/>
          </p:nvPr>
        </p:nvSpPr>
        <p:spPr>
          <a:xfrm>
            <a:off x="5943600" y="1463040"/>
            <a:ext cx="2468880" cy="2057400"/>
          </a:xfrm>
          <a:prstGeom prst="rect">
            <a:avLst/>
          </a:prstGeom>
          <a:solidFill>
            <a:srgbClr val="DBE7F5"/>
          </a:solidFill>
        </p:spPr>
        <p:txBody>
          <a:bodyPr wrap="none"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p>
        </p:txBody>
      </p:sp>
      <p:sp>
        <p:nvSpPr>
          <p:cNvPr id="18" name="Text Placeholder 19">
            <a:extLst>
              <a:ext uri="{FF2B5EF4-FFF2-40B4-BE49-F238E27FC236}">
                <a16:creationId xmlns:a16="http://schemas.microsoft.com/office/drawing/2014/main" id="{8415C831-E177-844F-9712-8A40A7EF2C79}"/>
              </a:ext>
            </a:extLst>
          </p:cNvPr>
          <p:cNvSpPr>
            <a:spLocks noGrp="1"/>
          </p:cNvSpPr>
          <p:nvPr>
            <p:ph type="body" sz="quarter" idx="26" hasCustomPrompt="1"/>
          </p:nvPr>
        </p:nvSpPr>
        <p:spPr>
          <a:xfrm>
            <a:off x="3291840" y="3566160"/>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a:t>
            </a:r>
          </a:p>
        </p:txBody>
      </p:sp>
      <p:sp>
        <p:nvSpPr>
          <p:cNvPr id="19" name="Picture Placeholder 2">
            <a:extLst>
              <a:ext uri="{FF2B5EF4-FFF2-40B4-BE49-F238E27FC236}">
                <a16:creationId xmlns:a16="http://schemas.microsoft.com/office/drawing/2014/main" id="{2A52D487-6A99-CB44-ADDA-84E2583B5DE2}"/>
              </a:ext>
            </a:extLst>
          </p:cNvPr>
          <p:cNvSpPr>
            <a:spLocks noGrp="1"/>
          </p:cNvSpPr>
          <p:nvPr>
            <p:ph type="pic" sz="quarter" idx="27"/>
          </p:nvPr>
        </p:nvSpPr>
        <p:spPr>
          <a:xfrm>
            <a:off x="3291776" y="1463040"/>
            <a:ext cx="2468880" cy="2057400"/>
          </a:xfrm>
          <a:prstGeom prst="rect">
            <a:avLst/>
          </a:prstGeom>
          <a:solidFill>
            <a:srgbClr val="DBE7F5"/>
          </a:solidFill>
        </p:spPr>
        <p:txBody>
          <a:bodyPr wrap="none"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640080" y="3566158"/>
            <a:ext cx="2468880" cy="1005840"/>
          </a:xfrm>
          <a:prstGeom prst="rect">
            <a:avLst/>
          </a:prstGeom>
        </p:spPr>
        <p:txBody>
          <a:bodyPr lIns="0" tIns="182880" b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a:t>Header w/three images</a:t>
            </a:r>
          </a:p>
        </p:txBody>
      </p:sp>
    </p:spTree>
    <p:extLst>
      <p:ext uri="{BB962C8B-B14F-4D97-AF65-F5344CB8AC3E}">
        <p14:creationId xmlns:p14="http://schemas.microsoft.com/office/powerpoint/2010/main" val="403368944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eader/wide image">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E17783BE-84C8-5042-BA6A-13AB4BD0036C}"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40080" y="3931920"/>
            <a:ext cx="7772400" cy="640080"/>
          </a:xfrm>
          <a:prstGeom prst="rect">
            <a:avLst/>
          </a:prstGeom>
        </p:spPr>
        <p:txBody>
          <a:bodyPr lIns="0" tIns="18288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 magna </a:t>
            </a:r>
            <a:r>
              <a:rPr lang="en-US" sz="1400" b="0" i="0" kern="1200" err="1">
                <a:solidFill>
                  <a:srgbClr val="58595B"/>
                </a:solidFill>
                <a:effectLst/>
                <a:latin typeface="Helvetica" pitchFamily="2" charset="0"/>
                <a:ea typeface="+mn-ea"/>
                <a:cs typeface="+mn-cs"/>
              </a:rPr>
              <a:t>aliqua</a:t>
            </a:r>
            <a:r>
              <a:rPr lang="en-US" sz="1400" b="0" i="0" kern="1200">
                <a:solidFill>
                  <a:srgbClr val="58595B"/>
                </a:solidFill>
                <a:effectLst/>
                <a:latin typeface="Helvetica" pitchFamily="2" charset="0"/>
                <a:ea typeface="+mn-ea"/>
                <a:cs typeface="+mn-cs"/>
              </a:rPr>
              <a:t>.</a:t>
            </a: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640080" y="1463040"/>
            <a:ext cx="7772400" cy="2423160"/>
          </a:xfrm>
          <a:prstGeom prst="rect">
            <a:avLst/>
          </a:prstGeom>
          <a:solidFill>
            <a:srgbClr val="DBE7F5"/>
          </a:solidFill>
        </p:spPr>
        <p:txBody>
          <a:bodyPr wrap="square" anchor="t" anchorCtr="1">
            <a:spAutoFit/>
          </a:bodyPr>
          <a:lstStyle>
            <a:lvl1pPr marL="0" indent="0" algn="ctr">
              <a:buFontTx/>
              <a:buNone/>
              <a:defRPr b="0" i="0">
                <a:solidFill>
                  <a:srgbClr val="898989"/>
                </a:solidFill>
                <a:latin typeface="Helvetica Regular" pitchFamily="2" charset="0"/>
              </a:defRPr>
            </a:lvl1pPr>
          </a:lstStyle>
          <a:p>
            <a:r>
              <a:rPr lang="en-US"/>
              <a:t>Click icon to add picture</a:t>
            </a:r>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a:t>Header w/wide image</a:t>
            </a:r>
          </a:p>
        </p:txBody>
      </p:sp>
    </p:spTree>
    <p:extLst>
      <p:ext uri="{BB962C8B-B14F-4D97-AF65-F5344CB8AC3E}">
        <p14:creationId xmlns:p14="http://schemas.microsoft.com/office/powerpoint/2010/main" val="147908679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er w/video">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B7928292-3211-8341-A661-272FA150A3B9}"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4" name="Media Placeholder 3">
            <a:extLst>
              <a:ext uri="{FF2B5EF4-FFF2-40B4-BE49-F238E27FC236}">
                <a16:creationId xmlns:a16="http://schemas.microsoft.com/office/drawing/2014/main" id="{EDEC991D-2A90-BD44-8865-BCD7365AA034}"/>
              </a:ext>
            </a:extLst>
          </p:cNvPr>
          <p:cNvSpPr>
            <a:spLocks noGrp="1"/>
          </p:cNvSpPr>
          <p:nvPr>
            <p:ph type="media" sz="quarter" idx="23"/>
          </p:nvPr>
        </p:nvSpPr>
        <p:spPr>
          <a:xfrm>
            <a:off x="1828800" y="1463040"/>
            <a:ext cx="5486400" cy="3108960"/>
          </a:xfrm>
          <a:prstGeom prst="rect">
            <a:avLst/>
          </a:prstGeom>
          <a:solidFill>
            <a:srgbClr val="DBE7F5"/>
          </a:solidFill>
        </p:spPr>
        <p:txBody>
          <a:bodyPr wrap="none" anchor="t" anchorCtr="1">
            <a:noAutofit/>
          </a:bodyPr>
          <a:lstStyle>
            <a:lvl1pPr marL="0" indent="0" algn="ctr">
              <a:buFontTx/>
              <a:buNone/>
              <a:defRPr b="0" i="0">
                <a:solidFill>
                  <a:srgbClr val="898989"/>
                </a:solidFill>
                <a:latin typeface="Helvetica Regular" pitchFamily="2" charset="0"/>
              </a:defRPr>
            </a:lvl1pPr>
          </a:lstStyle>
          <a:p>
            <a:r>
              <a:rPr lang="en-US"/>
              <a:t>Click icon to add media</a:t>
            </a:r>
          </a:p>
        </p:txBody>
      </p:sp>
      <p:sp>
        <p:nvSpPr>
          <p:cNvPr id="2" name="Title 1">
            <a:extLst>
              <a:ext uri="{FF2B5EF4-FFF2-40B4-BE49-F238E27FC236}">
                <a16:creationId xmlns:a16="http://schemas.microsoft.com/office/drawing/2014/main" id="{B215D343-E871-2D4D-89DF-1CBE83C41245}"/>
              </a:ext>
            </a:extLst>
          </p:cNvPr>
          <p:cNvSpPr>
            <a:spLocks noGrp="1"/>
          </p:cNvSpPr>
          <p:nvPr>
            <p:ph type="title" hasCustomPrompt="1"/>
          </p:nvPr>
        </p:nvSpPr>
        <p:spPr/>
        <p:txBody>
          <a:bodyPr/>
          <a:lstStyle/>
          <a:p>
            <a:r>
              <a:rPr lang="en-US"/>
              <a:t>Header w/video</a:t>
            </a:r>
          </a:p>
        </p:txBody>
      </p:sp>
    </p:spTree>
    <p:extLst>
      <p:ext uri="{BB962C8B-B14F-4D97-AF65-F5344CB8AC3E}">
        <p14:creationId xmlns:p14="http://schemas.microsoft.com/office/powerpoint/2010/main" val="262114583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Header w/video and copy">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p:txBody>
          <a:bodyPr/>
          <a:lstStyle/>
          <a:p>
            <a:fld id="{2E3DB65E-7C5A-1446-BA7B-47129C2A3344}" type="datetime4">
              <a:rPr lang="en-US" smtClean="0"/>
              <a:t>November 5, 2025</a:t>
            </a:fld>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fld id="{B6238B5B-F19C-E947-A0BC-87BD7983F871}" type="slidenum">
              <a:rPr lang="en-US" smtClean="0"/>
              <a:pPr/>
              <a:t>‹#›</a:t>
            </a:fld>
            <a:endParaRPr lang="en-US"/>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5669280" y="1828799"/>
            <a:ext cx="2743200" cy="1005840"/>
          </a:xfrm>
          <a:prstGeom prst="rect">
            <a:avLst/>
          </a:prstGeom>
        </p:spPr>
        <p:txBody>
          <a:bodyPr lIns="365760" rIns="0"/>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400" b="0" i="0" kern="1200">
                <a:solidFill>
                  <a:srgbClr val="58595B"/>
                </a:solidFill>
                <a:effectLst/>
                <a:latin typeface="Helvetica" pitchFamily="2" charset="0"/>
                <a:ea typeface="+mn-ea"/>
                <a:cs typeface="+mn-cs"/>
              </a:rPr>
              <a:t>Lorem ipsum dolor sit </a:t>
            </a:r>
            <a:r>
              <a:rPr lang="en-US" sz="1400" b="0" i="0" kern="1200" err="1">
                <a:solidFill>
                  <a:srgbClr val="58595B"/>
                </a:solidFill>
                <a:effectLst/>
                <a:latin typeface="Helvetica" pitchFamily="2" charset="0"/>
                <a:ea typeface="+mn-ea"/>
                <a:cs typeface="+mn-cs"/>
              </a:rPr>
              <a:t>amet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consectetur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adipiscing</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elit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sed</a:t>
            </a:r>
            <a:r>
              <a:rPr lang="en-US" sz="1400" b="0" i="0" kern="1200">
                <a:solidFill>
                  <a:srgbClr val="58595B"/>
                </a:solidFill>
                <a:effectLst/>
                <a:latin typeface="Helvetica" pitchFamily="2" charset="0"/>
                <a:ea typeface="+mn-ea"/>
                <a:cs typeface="+mn-cs"/>
              </a:rPr>
              <a:t> do </a:t>
            </a:r>
            <a:r>
              <a:rPr lang="en-US" sz="1400" b="0" i="0" kern="1200" err="1">
                <a:solidFill>
                  <a:srgbClr val="58595B"/>
                </a:solidFill>
                <a:effectLst/>
                <a:latin typeface="Helvetica" pitchFamily="2" charset="0"/>
                <a:ea typeface="+mn-ea"/>
                <a:cs typeface="+mn-cs"/>
              </a:rPr>
              <a:t>eiusmod</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tempor</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incididunt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ut</a:t>
            </a:r>
            <a:r>
              <a:rPr lang="en-US" sz="1400" b="0" i="0" kern="1200">
                <a:solidFill>
                  <a:srgbClr val="58595B"/>
                </a:solidFill>
                <a:effectLst/>
                <a:latin typeface="Helvetica" pitchFamily="2" charset="0"/>
                <a:ea typeface="+mn-ea"/>
                <a:cs typeface="+mn-cs"/>
              </a:rPr>
              <a:t> </a:t>
            </a:r>
            <a:r>
              <a:rPr lang="en-US" sz="1400" b="0" i="0" kern="1200" err="1">
                <a:solidFill>
                  <a:srgbClr val="58595B"/>
                </a:solidFill>
                <a:effectLst/>
                <a:latin typeface="Helvetica" pitchFamily="2" charset="0"/>
                <a:ea typeface="+mn-ea"/>
                <a:cs typeface="+mn-cs"/>
              </a:rPr>
              <a:t>labore</a:t>
            </a:r>
            <a:r>
              <a:rPr lang="en-US" sz="1400" b="0" i="0" kern="1200">
                <a:solidFill>
                  <a:srgbClr val="58595B"/>
                </a:solidFill>
                <a:effectLst/>
                <a:latin typeface="Helvetica" pitchFamily="2" charset="0"/>
                <a:ea typeface="+mn-ea"/>
                <a:cs typeface="+mn-cs"/>
              </a:rPr>
              <a:t> et dolore magna </a:t>
            </a:r>
            <a:r>
              <a:rPr lang="en-US" sz="1400" b="0" i="0" kern="1200" err="1">
                <a:solidFill>
                  <a:srgbClr val="58595B"/>
                </a:solidFill>
                <a:effectLst/>
                <a:latin typeface="Helvetica" pitchFamily="2" charset="0"/>
                <a:ea typeface="+mn-ea"/>
                <a:cs typeface="+mn-cs"/>
              </a:rPr>
              <a:t>aliqua</a:t>
            </a:r>
            <a:r>
              <a:rPr lang="en-US" sz="1400" b="0" i="0" kern="120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5669280" y="1463040"/>
            <a:ext cx="2743200" cy="219456"/>
          </a:xfrm>
          <a:prstGeom prst="rect">
            <a:avLst/>
          </a:prstGeom>
        </p:spPr>
        <p:txBody>
          <a:bodyPr lIns="365760" rIns="0"/>
          <a:lstStyle>
            <a:lvl1pPr marL="0" indent="0">
              <a:lnSpc>
                <a:spcPct val="100000"/>
              </a:lnSpc>
              <a:buFontTx/>
              <a:buNone/>
              <a:defRPr b="1" i="0" cap="all" baseline="0">
                <a:latin typeface="Helvetica" pitchFamily="2" charset="0"/>
              </a:defRPr>
            </a:lvl1pPr>
          </a:lstStyle>
          <a:p>
            <a:pPr lvl="0"/>
            <a:r>
              <a:rPr lang="en-US"/>
              <a:t>SUBHEAD</a:t>
            </a:r>
          </a:p>
        </p:txBody>
      </p:sp>
      <p:sp>
        <p:nvSpPr>
          <p:cNvPr id="4" name="Media Placeholder 3">
            <a:extLst>
              <a:ext uri="{FF2B5EF4-FFF2-40B4-BE49-F238E27FC236}">
                <a16:creationId xmlns:a16="http://schemas.microsoft.com/office/drawing/2014/main" id="{EDEC991D-2A90-BD44-8865-BCD7365AA034}"/>
              </a:ext>
            </a:extLst>
          </p:cNvPr>
          <p:cNvSpPr>
            <a:spLocks noGrp="1"/>
          </p:cNvSpPr>
          <p:nvPr>
            <p:ph type="media" sz="quarter" idx="23"/>
          </p:nvPr>
        </p:nvSpPr>
        <p:spPr>
          <a:xfrm>
            <a:off x="640080" y="1463040"/>
            <a:ext cx="5029200" cy="2834640"/>
          </a:xfrm>
          <a:prstGeom prst="rect">
            <a:avLst/>
          </a:prstGeom>
          <a:solidFill>
            <a:srgbClr val="DBE7F5"/>
          </a:solidFill>
        </p:spPr>
        <p:txBody>
          <a:bodyPr wrap="none" anchor="t" anchorCtr="1">
            <a:noAutofit/>
          </a:bodyPr>
          <a:lstStyle>
            <a:lvl1pPr marL="0" indent="0" algn="ctr">
              <a:buFontTx/>
              <a:buNone/>
              <a:defRPr b="0" i="0">
                <a:solidFill>
                  <a:srgbClr val="898989"/>
                </a:solidFill>
                <a:latin typeface="Helvetica Regular" pitchFamily="2" charset="0"/>
              </a:defRPr>
            </a:lvl1pPr>
          </a:lstStyle>
          <a:p>
            <a:r>
              <a:rPr lang="en-US"/>
              <a:t>Click icon to add media</a:t>
            </a:r>
          </a:p>
        </p:txBody>
      </p:sp>
      <p:sp>
        <p:nvSpPr>
          <p:cNvPr id="2" name="Title 1">
            <a:extLst>
              <a:ext uri="{FF2B5EF4-FFF2-40B4-BE49-F238E27FC236}">
                <a16:creationId xmlns:a16="http://schemas.microsoft.com/office/drawing/2014/main" id="{B215D343-E871-2D4D-89DF-1CBE83C41245}"/>
              </a:ext>
            </a:extLst>
          </p:cNvPr>
          <p:cNvSpPr>
            <a:spLocks noGrp="1"/>
          </p:cNvSpPr>
          <p:nvPr>
            <p:ph type="title" hasCustomPrompt="1"/>
          </p:nvPr>
        </p:nvSpPr>
        <p:spPr/>
        <p:txBody>
          <a:bodyPr/>
          <a:lstStyle/>
          <a:p>
            <a:r>
              <a:rPr lang="en-US"/>
              <a:t>Header w/copy and video</a:t>
            </a:r>
          </a:p>
        </p:txBody>
      </p:sp>
    </p:spTree>
    <p:extLst>
      <p:ext uri="{BB962C8B-B14F-4D97-AF65-F5344CB8AC3E}">
        <p14:creationId xmlns:p14="http://schemas.microsoft.com/office/powerpoint/2010/main" val="421468552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06D62F6-3250-0B4E-8B80-EB8A1F2E2910}"/>
              </a:ext>
            </a:extLst>
          </p:cNvPr>
          <p:cNvSpPr>
            <a:spLocks noGrp="1"/>
          </p:cNvSpPr>
          <p:nvPr>
            <p:ph type="dt" sz="half" idx="10"/>
          </p:nvPr>
        </p:nvSpPr>
        <p:spPr>
          <a:xfrm>
            <a:off x="4297680" y="4764024"/>
            <a:ext cx="2057400" cy="365760"/>
          </a:xfrm>
          <a:prstGeom prst="rect">
            <a:avLst/>
          </a:prstGeom>
        </p:spPr>
        <p:txBody>
          <a:bodyPr/>
          <a:lstStyle/>
          <a:p>
            <a:fld id="{5F005B25-F92E-F241-B3BB-D56013C8D83E}" type="datetime4">
              <a:rPr lang="en-US" smtClean="0"/>
              <a:t>November 5, 2025</a:t>
            </a:fld>
            <a:endParaRPr lang="en-US"/>
          </a:p>
        </p:txBody>
      </p:sp>
      <p:sp>
        <p:nvSpPr>
          <p:cNvPr id="4" name="Slide Number Placeholder 3">
            <a:extLst>
              <a:ext uri="{FF2B5EF4-FFF2-40B4-BE49-F238E27FC236}">
                <a16:creationId xmlns:a16="http://schemas.microsoft.com/office/drawing/2014/main" id="{88CDCE06-F426-2040-BA89-1305FE808600}"/>
              </a:ext>
            </a:extLst>
          </p:cNvPr>
          <p:cNvSpPr>
            <a:spLocks noGrp="1"/>
          </p:cNvSpPr>
          <p:nvPr>
            <p:ph type="sldNum" sz="quarter" idx="11"/>
          </p:nvPr>
        </p:nvSpPr>
        <p:spPr>
          <a:xfrm>
            <a:off x="8421624" y="4764024"/>
            <a:ext cx="457200" cy="365760"/>
          </a:xfrm>
          <a:prstGeom prst="rect">
            <a:avLst/>
          </a:prstGeom>
        </p:spPr>
        <p:txBody>
          <a:bodyPr wrap="square" anchor="t" anchorCtr="0"/>
          <a:lstStyle/>
          <a:p>
            <a:fld id="{B6238B5B-F19C-E947-A0BC-87BD7983F871}" type="slidenum">
              <a:rPr lang="en-US" smtClean="0"/>
              <a:pPr/>
              <a:t>‹#›</a:t>
            </a:fld>
            <a:endParaRPr lang="en-US"/>
          </a:p>
        </p:txBody>
      </p:sp>
      <p:sp>
        <p:nvSpPr>
          <p:cNvPr id="7" name="Text Placeholder 6">
            <a:extLst>
              <a:ext uri="{FF2B5EF4-FFF2-40B4-BE49-F238E27FC236}">
                <a16:creationId xmlns:a16="http://schemas.microsoft.com/office/drawing/2014/main" id="{DF103CBC-1586-8745-A34F-D741C41F2374}"/>
              </a:ext>
            </a:extLst>
          </p:cNvPr>
          <p:cNvSpPr>
            <a:spLocks noGrp="1"/>
          </p:cNvSpPr>
          <p:nvPr>
            <p:ph type="body" sz="quarter" idx="12" hasCustomPrompt="1"/>
          </p:nvPr>
        </p:nvSpPr>
        <p:spPr>
          <a:xfrm>
            <a:off x="1371600" y="1371600"/>
            <a:ext cx="6400800" cy="1665071"/>
          </a:xfrm>
          <a:prstGeom prst="rect">
            <a:avLst/>
          </a:prstGeom>
        </p:spPr>
        <p:txBody>
          <a:bodyPr lIns="0" tIns="0" rIns="0" bIns="0" anchor="ctr" anchorCtr="0">
            <a:spAutoFit/>
          </a:bodyPr>
          <a:lstStyle>
            <a:lvl1pPr marL="0" indent="0" algn="ctr">
              <a:buNone/>
              <a:defRPr sz="4000">
                <a:solidFill>
                  <a:schemeClr val="bg1"/>
                </a:solidFill>
              </a:defRPr>
            </a:lvl1pPr>
          </a:lstStyle>
          <a:p>
            <a:pPr lvl="0"/>
            <a:r>
              <a:rPr lang="en-US"/>
              <a:t>Lorem ipsum dolor sit </a:t>
            </a:r>
            <a:r>
              <a:rPr lang="en-US" err="1"/>
              <a:t>amet</a:t>
            </a:r>
            <a:r>
              <a:rPr lang="en-US"/>
              <a:t> ex </a:t>
            </a:r>
            <a:r>
              <a:rPr lang="en-US" err="1"/>
              <a:t>eum</a:t>
            </a:r>
            <a:r>
              <a:rPr lang="en-US"/>
              <a:t> </a:t>
            </a:r>
            <a:r>
              <a:rPr lang="en-US" err="1"/>
              <a:t>reque</a:t>
            </a:r>
            <a:r>
              <a:rPr lang="en-US"/>
              <a:t> </a:t>
            </a:r>
            <a:r>
              <a:rPr lang="en-US" err="1"/>
              <a:t>graece</a:t>
            </a:r>
            <a:r>
              <a:rPr lang="en-US"/>
              <a:t> </a:t>
            </a:r>
            <a:r>
              <a:rPr lang="en-US" err="1"/>
              <a:t>nam</a:t>
            </a:r>
            <a:r>
              <a:rPr lang="en-US"/>
              <a:t> </a:t>
            </a:r>
            <a:r>
              <a:rPr lang="en-US" err="1"/>
              <a:t>harum</a:t>
            </a:r>
            <a:r>
              <a:rPr lang="en-US"/>
              <a:t> </a:t>
            </a:r>
            <a:r>
              <a:rPr lang="en-US" err="1"/>
              <a:t>vonsequat</a:t>
            </a:r>
            <a:endParaRPr lang="en-US"/>
          </a:p>
        </p:txBody>
      </p:sp>
    </p:spTree>
    <p:extLst>
      <p:ext uri="{BB962C8B-B14F-4D97-AF65-F5344CB8AC3E}">
        <p14:creationId xmlns:p14="http://schemas.microsoft.com/office/powerpoint/2010/main" val="14915404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image" Target="../media/image3.sv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16.xml"/><Relationship Id="rId5" Type="http://schemas.openxmlformats.org/officeDocument/2006/relationships/image" Target="../media/image2.sv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pic>
        <p:nvPicPr>
          <p:cNvPr id="16" name="Logo">
            <a:extLst>
              <a:ext uri="{FF2B5EF4-FFF2-40B4-BE49-F238E27FC236}">
                <a16:creationId xmlns:a16="http://schemas.microsoft.com/office/drawing/2014/main" id="{0FCED579-A029-5C4C-9E1F-AE7C4BC1CA7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65760" y="175759"/>
            <a:ext cx="423229" cy="136525"/>
          </a:xfrm>
          <a:prstGeom prst="rect">
            <a:avLst/>
          </a:prstGeom>
        </p:spPr>
      </p:pic>
      <p:sp>
        <p:nvSpPr>
          <p:cNvPr id="3" name="Date Placeholder 2">
            <a:extLst>
              <a:ext uri="{FF2B5EF4-FFF2-40B4-BE49-F238E27FC236}">
                <a16:creationId xmlns:a16="http://schemas.microsoft.com/office/drawing/2014/main" id="{C422141D-5EC8-CC45-B139-F8002F7FA5AC}"/>
              </a:ext>
            </a:extLst>
          </p:cNvPr>
          <p:cNvSpPr>
            <a:spLocks noGrp="1"/>
          </p:cNvSpPr>
          <p:nvPr>
            <p:ph type="dt" sz="half" idx="2"/>
          </p:nvPr>
        </p:nvSpPr>
        <p:spPr>
          <a:xfrm>
            <a:off x="4297680" y="4754880"/>
            <a:ext cx="2057400" cy="365760"/>
          </a:xfrm>
          <a:prstGeom prst="rect">
            <a:avLst/>
          </a:prstGeom>
        </p:spPr>
        <p:txBody>
          <a:bodyPr vert="horz" lIns="0" tIns="0" rIns="0" bIns="256032" rtlCol="0" anchor="t" anchorCtr="0">
            <a:spAutoFit/>
          </a:bodyPr>
          <a:lstStyle>
            <a:lvl1pPr algn="l">
              <a:defRPr sz="800">
                <a:solidFill>
                  <a:schemeClr val="bg1"/>
                </a:solidFill>
              </a:defRPr>
            </a:lvl1pPr>
          </a:lstStyle>
          <a:p>
            <a:fld id="{B68E00D1-C27F-6E46-ADFD-829C35A222A3}" type="datetime4">
              <a:rPr lang="en-US" smtClean="0"/>
              <a:pPr/>
              <a:t>November 5, 2025</a:t>
            </a:fld>
            <a:endParaRPr lang="en-US"/>
          </a:p>
        </p:txBody>
      </p:sp>
      <p:sp>
        <p:nvSpPr>
          <p:cNvPr id="4" name="Title Placeholder 3">
            <a:extLst>
              <a:ext uri="{FF2B5EF4-FFF2-40B4-BE49-F238E27FC236}">
                <a16:creationId xmlns:a16="http://schemas.microsoft.com/office/drawing/2014/main" id="{B2B7E107-1541-7E40-A6FC-46A0AEFD495E}"/>
              </a:ext>
            </a:extLst>
          </p:cNvPr>
          <p:cNvSpPr>
            <a:spLocks noGrp="1"/>
          </p:cNvSpPr>
          <p:nvPr>
            <p:ph type="title"/>
          </p:nvPr>
        </p:nvSpPr>
        <p:spPr>
          <a:xfrm>
            <a:off x="640080" y="1874520"/>
            <a:ext cx="7780020" cy="557784"/>
          </a:xfrm>
          <a:prstGeom prst="rect">
            <a:avLst/>
          </a:prstGeom>
        </p:spPr>
        <p:txBody>
          <a:bodyPr vert="horz" wrap="square" lIns="0" tIns="0" rIns="0" bIns="0" rtlCol="0" anchor="b" anchorCtr="0">
            <a:spAutoFit/>
          </a:bodyPr>
          <a:lstStyle/>
          <a:p>
            <a:r>
              <a:rPr lang="en-US"/>
              <a:t>Click to edit Master title style</a:t>
            </a:r>
          </a:p>
        </p:txBody>
      </p:sp>
      <p:sp>
        <p:nvSpPr>
          <p:cNvPr id="5" name="Text Placeholder 4">
            <a:extLst>
              <a:ext uri="{FF2B5EF4-FFF2-40B4-BE49-F238E27FC236}">
                <a16:creationId xmlns:a16="http://schemas.microsoft.com/office/drawing/2014/main" id="{BCA93CE4-2BD0-C849-B5FE-F6137696E780}"/>
              </a:ext>
            </a:extLst>
          </p:cNvPr>
          <p:cNvSpPr>
            <a:spLocks noGrp="1"/>
          </p:cNvSpPr>
          <p:nvPr>
            <p:ph type="body" idx="1"/>
          </p:nvPr>
        </p:nvSpPr>
        <p:spPr>
          <a:xfrm>
            <a:off x="640080" y="2651760"/>
            <a:ext cx="7772400" cy="1268104"/>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7590430"/>
      </p:ext>
    </p:extLst>
  </p:cSld>
  <p:clrMap bg1="lt1" tx1="dk1" bg2="lt2" tx2="dk2" accent1="accent1" accent2="accent2" accent3="accent3" accent4="accent4" accent5="accent5" accent6="accent6" hlink="hlink" folHlink="folHlink"/>
  <p:sldLayoutIdLst>
    <p:sldLayoutId id="2147483745" r:id="rId1"/>
    <p:sldLayoutId id="2147483744" r:id="rId2"/>
    <p:sldLayoutId id="2147483723" r:id="rId3"/>
    <p:sldLayoutId id="2147483743" r:id="rId4"/>
  </p:sldLayoutIdLst>
  <p:hf hdr="0" ftr="0"/>
  <p:txStyles>
    <p:titleStyle>
      <a:lvl1pPr algn="l" defTabSz="685800" rtl="0" eaLnBrk="1" latinLnBrk="0" hangingPunct="1">
        <a:lnSpc>
          <a:spcPct val="90000"/>
        </a:lnSpc>
        <a:spcBef>
          <a:spcPct val="0"/>
        </a:spcBef>
        <a:buNone/>
        <a:defRPr sz="3600" b="1" i="0" kern="1200">
          <a:solidFill>
            <a:schemeClr val="bg1"/>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b="0" kern="1200">
          <a:solidFill>
            <a:schemeClr val="bg1"/>
          </a:solidFill>
          <a:latin typeface="Helvetica" pitchFamily="2" charset="0"/>
          <a:ea typeface="+mn-ea"/>
          <a:cs typeface="+mn-cs"/>
        </a:defRPr>
      </a:lvl1pPr>
      <a:lvl2pPr marL="448056" indent="-173736" algn="l" defTabSz="685800" rtl="0" eaLnBrk="1" latinLnBrk="0" hangingPunct="1">
        <a:lnSpc>
          <a:spcPct val="90000"/>
        </a:lnSpc>
        <a:spcBef>
          <a:spcPts val="375"/>
        </a:spcBef>
        <a:buFont typeface="Arial" panose="020B0604020202020204" pitchFamily="34" charset="0"/>
        <a:buChar char="•"/>
        <a:defRPr sz="1400" b="0" kern="1200">
          <a:solidFill>
            <a:schemeClr val="bg1"/>
          </a:solidFill>
          <a:latin typeface="Helvetica" pitchFamily="2" charset="0"/>
          <a:ea typeface="+mn-ea"/>
          <a:cs typeface="+mn-cs"/>
        </a:defRPr>
      </a:lvl2pPr>
      <a:lvl3pPr marL="722376" indent="-171450" algn="l" defTabSz="685800" rtl="0" eaLnBrk="1" latinLnBrk="0" hangingPunct="1">
        <a:lnSpc>
          <a:spcPct val="90000"/>
        </a:lnSpc>
        <a:spcBef>
          <a:spcPts val="375"/>
        </a:spcBef>
        <a:buFont typeface="Arial" panose="020B0604020202020204" pitchFamily="34" charset="0"/>
        <a:buChar char="•"/>
        <a:defRPr sz="1400" b="0" kern="1200">
          <a:solidFill>
            <a:schemeClr val="bg1"/>
          </a:solidFill>
          <a:latin typeface="Helvetica" pitchFamily="2" charset="0"/>
          <a:ea typeface="+mn-ea"/>
          <a:cs typeface="+mn-cs"/>
        </a:defRPr>
      </a:lvl3pPr>
      <a:lvl4pPr marL="996696"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Helvetica" pitchFamily="2" charset="0"/>
          <a:ea typeface="+mn-ea"/>
          <a:cs typeface="+mn-cs"/>
        </a:defRPr>
      </a:lvl4pPr>
      <a:lvl5pPr marL="1271016" indent="-171450" algn="l" defTabSz="685800" rtl="0" eaLnBrk="1" latinLnBrk="0" hangingPunct="1">
        <a:lnSpc>
          <a:spcPct val="90000"/>
        </a:lnSpc>
        <a:spcBef>
          <a:spcPts val="375"/>
        </a:spcBef>
        <a:buFont typeface="Arial" panose="020B0604020202020204" pitchFamily="34" charset="0"/>
        <a:buChar char="•"/>
        <a:defRPr sz="1400" b="0" kern="1200">
          <a:solidFill>
            <a:schemeClr val="bg1"/>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Header rule">
            <a:extLst>
              <a:ext uri="{FF2B5EF4-FFF2-40B4-BE49-F238E27FC236}">
                <a16:creationId xmlns:a16="http://schemas.microsoft.com/office/drawing/2014/main" id="{98E6E0B5-9270-574F-A10E-09DA8982DB02}"/>
              </a:ext>
            </a:extLst>
          </p:cNvPr>
          <p:cNvSpPr/>
          <p:nvPr/>
        </p:nvSpPr>
        <p:spPr>
          <a:xfrm>
            <a:off x="640080" y="1103074"/>
            <a:ext cx="7772400" cy="36576"/>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b="0" i="0">
              <a:latin typeface="Helvetica Regular" pitchFamily="2" charset="0"/>
            </a:endParaRPr>
          </a:p>
        </p:txBody>
      </p:sp>
      <p:sp>
        <p:nvSpPr>
          <p:cNvPr id="22" name="Title Placeholder">
            <a:extLst>
              <a:ext uri="{FF2B5EF4-FFF2-40B4-BE49-F238E27FC236}">
                <a16:creationId xmlns:a16="http://schemas.microsoft.com/office/drawing/2014/main" id="{7143B24C-1C3A-8E4C-BD32-A8A3EF401E90}"/>
              </a:ext>
            </a:extLst>
          </p:cNvPr>
          <p:cNvSpPr>
            <a:spLocks noGrp="1"/>
          </p:cNvSpPr>
          <p:nvPr>
            <p:ph type="title"/>
          </p:nvPr>
        </p:nvSpPr>
        <p:spPr>
          <a:xfrm>
            <a:off x="640079" y="640080"/>
            <a:ext cx="7772400" cy="393192"/>
          </a:xfrm>
          <a:prstGeom prst="rect">
            <a:avLst/>
          </a:prstGeom>
        </p:spPr>
        <p:txBody>
          <a:bodyPr vert="horz" wrap="square" lIns="0" tIns="0" rIns="0" bIns="0" rtlCol="0" anchor="b" anchorCtr="0">
            <a:spAutoFit/>
          </a:bodyPr>
          <a:lstStyle/>
          <a:p>
            <a:r>
              <a:rPr lang="en-US"/>
              <a:t>Click to edit Master title</a:t>
            </a:r>
          </a:p>
        </p:txBody>
      </p:sp>
      <p:sp>
        <p:nvSpPr>
          <p:cNvPr id="26" name="Date Placeholder">
            <a:extLst>
              <a:ext uri="{FF2B5EF4-FFF2-40B4-BE49-F238E27FC236}">
                <a16:creationId xmlns:a16="http://schemas.microsoft.com/office/drawing/2014/main" id="{8221B8DE-CEF2-934A-AC4E-99A13E490B7A}"/>
              </a:ext>
            </a:extLst>
          </p:cNvPr>
          <p:cNvSpPr>
            <a:spLocks noGrp="1"/>
          </p:cNvSpPr>
          <p:nvPr>
            <p:ph type="dt" sz="half" idx="2"/>
          </p:nvPr>
        </p:nvSpPr>
        <p:spPr>
          <a:xfrm>
            <a:off x="4297680" y="4754880"/>
            <a:ext cx="2057400" cy="365760"/>
          </a:xfrm>
          <a:prstGeom prst="rect">
            <a:avLst/>
          </a:prstGeom>
        </p:spPr>
        <p:txBody>
          <a:bodyPr vert="horz" wrap="square" lIns="0" tIns="0" rIns="0" bIns="256032" rtlCol="0" anchor="t" anchorCtr="0">
            <a:spAutoFit/>
          </a:bodyPr>
          <a:lstStyle>
            <a:lvl1pPr algn="l">
              <a:lnSpc>
                <a:spcPct val="100000"/>
              </a:lnSpc>
              <a:defRPr sz="800" b="0" i="0">
                <a:solidFill>
                  <a:srgbClr val="898989"/>
                </a:solidFill>
                <a:latin typeface="Helvetica Regular" pitchFamily="2" charset="0"/>
              </a:defRPr>
            </a:lvl1pPr>
          </a:lstStyle>
          <a:p>
            <a:fld id="{9F05C223-F9F2-7341-AC81-9A6F2CBE1079}" type="datetime4">
              <a:rPr lang="en-US" smtClean="0"/>
              <a:t>November 5, 2025</a:t>
            </a:fld>
            <a:endParaRPr lang="en-US"/>
          </a:p>
        </p:txBody>
      </p:sp>
      <p:sp>
        <p:nvSpPr>
          <p:cNvPr id="27" name="Slide Number Placeholder">
            <a:extLst>
              <a:ext uri="{FF2B5EF4-FFF2-40B4-BE49-F238E27FC236}">
                <a16:creationId xmlns:a16="http://schemas.microsoft.com/office/drawing/2014/main" id="{BB99265C-2058-D148-A5A5-70540F68B968}"/>
              </a:ext>
            </a:extLst>
          </p:cNvPr>
          <p:cNvSpPr>
            <a:spLocks noGrp="1"/>
          </p:cNvSpPr>
          <p:nvPr>
            <p:ph type="sldNum" sz="quarter" idx="4"/>
          </p:nvPr>
        </p:nvSpPr>
        <p:spPr>
          <a:xfrm>
            <a:off x="8421624" y="4754880"/>
            <a:ext cx="457200" cy="365760"/>
          </a:xfrm>
          <a:prstGeom prst="rect">
            <a:avLst/>
          </a:prstGeom>
        </p:spPr>
        <p:txBody>
          <a:bodyPr vert="horz" wrap="square" lIns="0" tIns="0" rIns="0" bIns="256032" rtlCol="0" anchor="t" anchorCtr="0">
            <a:noAutofit/>
          </a:bodyPr>
          <a:lstStyle>
            <a:lvl1pPr algn="r">
              <a:lnSpc>
                <a:spcPct val="100000"/>
              </a:lnSpc>
              <a:defRPr sz="800" b="0" i="0">
                <a:solidFill>
                  <a:srgbClr val="898989"/>
                </a:solidFill>
                <a:latin typeface="Helvetica Regular" pitchFamily="2" charset="0"/>
              </a:defRPr>
            </a:lvl1pPr>
          </a:lstStyle>
          <a:p>
            <a:fld id="{B6238B5B-F19C-E947-A0BC-87BD7983F871}" type="slidenum">
              <a:rPr lang="en-US" smtClean="0"/>
              <a:pPr/>
              <a:t>‹#›</a:t>
            </a:fld>
            <a:endParaRPr lang="en-US"/>
          </a:p>
        </p:txBody>
      </p:sp>
      <p:sp>
        <p:nvSpPr>
          <p:cNvPr id="2" name="Rectangle 1">
            <a:extLst>
              <a:ext uri="{FF2B5EF4-FFF2-40B4-BE49-F238E27FC236}">
                <a16:creationId xmlns:a16="http://schemas.microsoft.com/office/drawing/2014/main" id="{3F4D58D5-A817-8C46-AB00-9E4F26EA159C}"/>
              </a:ext>
            </a:extLst>
          </p:cNvPr>
          <p:cNvSpPr/>
          <p:nvPr userDrawn="1"/>
        </p:nvSpPr>
        <p:spPr>
          <a:xfrm>
            <a:off x="0" y="0"/>
            <a:ext cx="9144000" cy="457200"/>
          </a:xfrm>
          <a:prstGeom prst="rect">
            <a:avLst/>
          </a:prstGeom>
          <a:gradFill>
            <a:gsLst>
              <a:gs pos="0">
                <a:srgbClr val="00578B"/>
              </a:gs>
              <a:gs pos="100000">
                <a:srgbClr val="2774A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Logo">
            <a:extLst>
              <a:ext uri="{FF2B5EF4-FFF2-40B4-BE49-F238E27FC236}">
                <a16:creationId xmlns:a16="http://schemas.microsoft.com/office/drawing/2014/main" id="{6E1D559F-4EF1-6E45-B5D7-15C84F808AAA}"/>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365760" y="175759"/>
            <a:ext cx="423229" cy="136525"/>
          </a:xfrm>
          <a:prstGeom prst="rect">
            <a:avLst/>
          </a:prstGeom>
        </p:spPr>
      </p:pic>
      <p:sp>
        <p:nvSpPr>
          <p:cNvPr id="4" name="Text Placeholder 3">
            <a:extLst>
              <a:ext uri="{FF2B5EF4-FFF2-40B4-BE49-F238E27FC236}">
                <a16:creationId xmlns:a16="http://schemas.microsoft.com/office/drawing/2014/main" id="{C5A38CAE-CC53-A346-9993-73CC87395D49}"/>
              </a:ext>
            </a:extLst>
          </p:cNvPr>
          <p:cNvSpPr>
            <a:spLocks noGrp="1"/>
          </p:cNvSpPr>
          <p:nvPr>
            <p:ph type="body" idx="1"/>
          </p:nvPr>
        </p:nvSpPr>
        <p:spPr>
          <a:xfrm>
            <a:off x="1097280" y="1463040"/>
            <a:ext cx="7315200" cy="1175771"/>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5991855"/>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41" r:id="rId10"/>
    <p:sldLayoutId id="2147483738" r:id="rId11"/>
  </p:sldLayoutIdLst>
  <p:hf hdr="0" ftr="0"/>
  <p:txStyles>
    <p:title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b="0" kern="1200">
          <a:solidFill>
            <a:srgbClr val="58595B"/>
          </a:solidFill>
          <a:latin typeface="Helvetica" pitchFamily="2" charset="0"/>
          <a:ea typeface="+mn-ea"/>
          <a:cs typeface="+mn-cs"/>
        </a:defRPr>
      </a:lvl1pPr>
      <a:lvl2pPr marL="448056" indent="-173736" algn="l" defTabSz="685800" rtl="0" eaLnBrk="1" latinLnBrk="0" hangingPunct="1">
        <a:lnSpc>
          <a:spcPct val="90000"/>
        </a:lnSpc>
        <a:spcBef>
          <a:spcPts val="375"/>
        </a:spcBef>
        <a:buFont typeface="Arial" panose="020B0604020202020204" pitchFamily="34" charset="0"/>
        <a:buChar char="•"/>
        <a:defRPr sz="1400" b="0" i="0" kern="1200" baseline="0">
          <a:solidFill>
            <a:srgbClr val="58595B"/>
          </a:solidFill>
          <a:latin typeface="Helvetica Regular" pitchFamily="2" charset="0"/>
          <a:ea typeface="+mn-ea"/>
          <a:cs typeface="+mn-cs"/>
        </a:defRPr>
      </a:lvl2pPr>
      <a:lvl3pPr marL="722376" indent="-171450" algn="l" defTabSz="685800" rtl="0" eaLnBrk="1" latinLnBrk="0" hangingPunct="1">
        <a:lnSpc>
          <a:spcPct val="90000"/>
        </a:lnSpc>
        <a:spcBef>
          <a:spcPts val="375"/>
        </a:spcBef>
        <a:buFont typeface="Arial" panose="020B0604020202020204" pitchFamily="34" charset="0"/>
        <a:buChar char="•"/>
        <a:defRPr sz="1400" b="0" kern="1200">
          <a:solidFill>
            <a:srgbClr val="58595B"/>
          </a:solidFill>
          <a:latin typeface="Helvetica" pitchFamily="2" charset="0"/>
          <a:ea typeface="+mn-ea"/>
          <a:cs typeface="+mn-cs"/>
        </a:defRPr>
      </a:lvl3pPr>
      <a:lvl4pPr marL="996696" indent="-171450" algn="l" defTabSz="685800" rtl="0" eaLnBrk="1" latinLnBrk="0" hangingPunct="1">
        <a:lnSpc>
          <a:spcPct val="90000"/>
        </a:lnSpc>
        <a:spcBef>
          <a:spcPts val="375"/>
        </a:spcBef>
        <a:buFont typeface="Arial" panose="020B0604020202020204" pitchFamily="34" charset="0"/>
        <a:buChar char="•"/>
        <a:defRPr sz="1400" b="0" i="0" kern="1200">
          <a:solidFill>
            <a:srgbClr val="58595B"/>
          </a:solidFill>
          <a:latin typeface="Helvetica" pitchFamily="2" charset="0"/>
          <a:ea typeface="+mn-ea"/>
          <a:cs typeface="+mn-cs"/>
        </a:defRPr>
      </a:lvl4pPr>
      <a:lvl5pPr marL="1271016" indent="-171450" algn="l" defTabSz="685800" rtl="0" eaLnBrk="1" latinLnBrk="0" hangingPunct="1">
        <a:lnSpc>
          <a:spcPct val="90000"/>
        </a:lnSpc>
        <a:spcBef>
          <a:spcPts val="375"/>
        </a:spcBef>
        <a:buFont typeface="Arial" panose="020B0604020202020204" pitchFamily="34" charset="0"/>
        <a:buChar char="•"/>
        <a:defRPr sz="1400" b="0" kern="1200">
          <a:solidFill>
            <a:srgbClr val="58595B"/>
          </a:solidFill>
          <a:latin typeface="Helvetica"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image">
            <a:extLst>
              <a:ext uri="{FF2B5EF4-FFF2-40B4-BE49-F238E27FC236}">
                <a16:creationId xmlns:a16="http://schemas.microsoft.com/office/drawing/2014/main" id="{3F4D58D5-A817-8C46-AB00-9E4F26EA159C}"/>
              </a:ext>
            </a:extLst>
          </p:cNvPr>
          <p:cNvSpPr/>
          <p:nvPr userDrawn="1"/>
        </p:nvSpPr>
        <p:spPr>
          <a:xfrm>
            <a:off x="0" y="0"/>
            <a:ext cx="9144000" cy="51435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a:p>
        </p:txBody>
      </p:sp>
      <p:sp>
        <p:nvSpPr>
          <p:cNvPr id="4" name="gradient">
            <a:extLst>
              <a:ext uri="{FF2B5EF4-FFF2-40B4-BE49-F238E27FC236}">
                <a16:creationId xmlns:a16="http://schemas.microsoft.com/office/drawing/2014/main" id="{7C5494A1-EAF6-FE40-8442-13FDACD4A804}"/>
              </a:ext>
            </a:extLst>
          </p:cNvPr>
          <p:cNvSpPr/>
          <p:nvPr userDrawn="1"/>
        </p:nvSpPr>
        <p:spPr>
          <a:xfrm>
            <a:off x="0" y="0"/>
            <a:ext cx="9144000" cy="5148072"/>
          </a:xfrm>
          <a:prstGeom prst="rect">
            <a:avLst/>
          </a:prstGeom>
          <a:solidFill>
            <a:srgbClr val="00578B">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5" name="Department name placeholder">
            <a:extLst>
              <a:ext uri="{FF2B5EF4-FFF2-40B4-BE49-F238E27FC236}">
                <a16:creationId xmlns:a16="http://schemas.microsoft.com/office/drawing/2014/main" id="{1F7F76C6-7E2A-5149-B69D-8B0273641DA8}"/>
              </a:ext>
            </a:extLst>
          </p:cNvPr>
          <p:cNvSpPr txBox="1"/>
          <p:nvPr userDrawn="1"/>
        </p:nvSpPr>
        <p:spPr>
          <a:xfrm>
            <a:off x="6583680" y="207926"/>
            <a:ext cx="2295144" cy="132344"/>
          </a:xfrm>
          <a:prstGeom prst="rect">
            <a:avLst/>
          </a:prstGeom>
          <a:noFill/>
        </p:spPr>
        <p:txBody>
          <a:bodyPr wrap="square" lIns="91440" tIns="4572" rIns="0" bIns="4572" rtlCol="0">
            <a:spAutoFit/>
          </a:bodyPr>
          <a:lstStyle/>
          <a:p>
            <a:pPr algn="r"/>
            <a:r>
              <a:rPr lang="en-US" sz="800">
                <a:solidFill>
                  <a:srgbClr val="FFFFFF"/>
                </a:solidFill>
              </a:rPr>
              <a:t>Department Name (edit in Slide Master)</a:t>
            </a:r>
          </a:p>
        </p:txBody>
      </p:sp>
      <p:pic>
        <p:nvPicPr>
          <p:cNvPr id="18" name="Logo">
            <a:extLst>
              <a:ext uri="{FF2B5EF4-FFF2-40B4-BE49-F238E27FC236}">
                <a16:creationId xmlns:a16="http://schemas.microsoft.com/office/drawing/2014/main" id="{A818A722-854C-4B41-BBFB-C5D9429A16F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65760" y="175759"/>
            <a:ext cx="423229" cy="136525"/>
          </a:xfrm>
          <a:prstGeom prst="rect">
            <a:avLst/>
          </a:prstGeom>
        </p:spPr>
      </p:pic>
      <p:sp>
        <p:nvSpPr>
          <p:cNvPr id="3" name="Slide Number Placeholder 2">
            <a:extLst>
              <a:ext uri="{FF2B5EF4-FFF2-40B4-BE49-F238E27FC236}">
                <a16:creationId xmlns:a16="http://schemas.microsoft.com/office/drawing/2014/main" id="{980CCF0D-E503-6141-BE87-62E762B23910}"/>
              </a:ext>
            </a:extLst>
          </p:cNvPr>
          <p:cNvSpPr>
            <a:spLocks noGrp="1"/>
          </p:cNvSpPr>
          <p:nvPr>
            <p:ph type="sldNum" sz="quarter" idx="4"/>
          </p:nvPr>
        </p:nvSpPr>
        <p:spPr>
          <a:xfrm>
            <a:off x="8421624" y="4754880"/>
            <a:ext cx="457200" cy="365760"/>
          </a:xfrm>
          <a:prstGeom prst="rect">
            <a:avLst/>
          </a:prstGeom>
        </p:spPr>
        <p:txBody>
          <a:bodyPr vert="horz" wrap="none" lIns="0" tIns="0" rIns="0" bIns="256032" rtlCol="0" anchor="t" anchorCtr="0">
            <a:noAutofit/>
          </a:bodyPr>
          <a:lstStyle>
            <a:lvl1pPr algn="r">
              <a:defRPr sz="800">
                <a:solidFill>
                  <a:schemeClr val="bg1"/>
                </a:solidFill>
              </a:defRPr>
            </a:lvl1pPr>
          </a:lstStyle>
          <a:p>
            <a:fld id="{06775D5B-78AF-3A4A-8588-791173DFA68C}" type="slidenum">
              <a:rPr lang="en-US" smtClean="0"/>
              <a:pPr/>
              <a:t>‹#›</a:t>
            </a:fld>
            <a:endParaRPr lang="en-US"/>
          </a:p>
        </p:txBody>
      </p:sp>
      <p:sp>
        <p:nvSpPr>
          <p:cNvPr id="6" name="Date Placeholder 5">
            <a:extLst>
              <a:ext uri="{FF2B5EF4-FFF2-40B4-BE49-F238E27FC236}">
                <a16:creationId xmlns:a16="http://schemas.microsoft.com/office/drawing/2014/main" id="{EFF1F436-5B4B-5447-84BC-4469ACBA6CC9}"/>
              </a:ext>
            </a:extLst>
          </p:cNvPr>
          <p:cNvSpPr>
            <a:spLocks noGrp="1"/>
          </p:cNvSpPr>
          <p:nvPr>
            <p:ph type="dt" sz="half" idx="2"/>
          </p:nvPr>
        </p:nvSpPr>
        <p:spPr>
          <a:xfrm>
            <a:off x="4297680" y="4759093"/>
            <a:ext cx="2057400" cy="365760"/>
          </a:xfrm>
          <a:prstGeom prst="rect">
            <a:avLst/>
          </a:prstGeom>
        </p:spPr>
        <p:txBody>
          <a:bodyPr vert="horz" lIns="0" tIns="0" rIns="0" bIns="256032" rtlCol="0" anchor="t" anchorCtr="0">
            <a:spAutoFit/>
          </a:bodyPr>
          <a:lstStyle>
            <a:lvl1pPr algn="l">
              <a:defRPr sz="800">
                <a:solidFill>
                  <a:schemeClr val="bg1"/>
                </a:solidFill>
              </a:defRPr>
            </a:lvl1pPr>
          </a:lstStyle>
          <a:p>
            <a:fld id="{3E537502-922D-9147-8E70-41A9CF08F3D0}" type="datetime4">
              <a:rPr lang="en-US" smtClean="0"/>
              <a:pPr/>
              <a:t>November 5, 2025</a:t>
            </a:fld>
            <a:endParaRPr lang="en-US"/>
          </a:p>
        </p:txBody>
      </p:sp>
    </p:spTree>
    <p:extLst>
      <p:ext uri="{BB962C8B-B14F-4D97-AF65-F5344CB8AC3E}">
        <p14:creationId xmlns:p14="http://schemas.microsoft.com/office/powerpoint/2010/main" val="3275588001"/>
      </p:ext>
    </p:extLst>
  </p:cSld>
  <p:clrMap bg1="lt1" tx1="dk1" bg2="lt2" tx2="dk2" accent1="accent1" accent2="accent2" accent3="accent3" accent4="accent4" accent5="accent5" accent6="accent6" hlink="hlink" folHlink="folHlink"/>
  <p:sldLayoutIdLst>
    <p:sldLayoutId id="2147483748" r:id="rId1"/>
  </p:sldLayoutIdLst>
  <p:hf hdr="0" ftr="0"/>
  <p:txStyles>
    <p:titleStyle>
      <a:lvl1pPr algn="ctr" defTabSz="685800" rtl="0" eaLnBrk="1" latinLnBrk="0" hangingPunct="1">
        <a:lnSpc>
          <a:spcPct val="90000"/>
        </a:lnSpc>
        <a:spcBef>
          <a:spcPct val="0"/>
        </a:spcBef>
        <a:buNone/>
        <a:defRPr sz="3600" b="0" i="0" kern="1200" baseline="0">
          <a:solidFill>
            <a:schemeClr val="bg1"/>
          </a:solidFill>
          <a:latin typeface="Helvetica" pitchFamily="2"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400" b="0" kern="1200">
          <a:solidFill>
            <a:schemeClr val="bg1"/>
          </a:solidFill>
          <a:latin typeface="+mn-lt"/>
          <a:ea typeface="+mn-ea"/>
          <a:cs typeface="+mn-cs"/>
        </a:defRPr>
      </a:lvl1pPr>
      <a:lvl2pPr marL="448056" indent="-173736" algn="l" defTabSz="685800" rtl="0" eaLnBrk="1" latinLnBrk="0" hangingPunct="1">
        <a:lnSpc>
          <a:spcPct val="90000"/>
        </a:lnSpc>
        <a:spcBef>
          <a:spcPts val="375"/>
        </a:spcBef>
        <a:buFont typeface="Arial" panose="020B0604020202020204" pitchFamily="34" charset="0"/>
        <a:buChar char="•"/>
        <a:defRPr sz="1400" b="0" i="0" kern="1200" baseline="0">
          <a:solidFill>
            <a:schemeClr val="bg1"/>
          </a:solidFill>
          <a:latin typeface="+mn-lt"/>
          <a:ea typeface="+mn-ea"/>
          <a:cs typeface="+mn-cs"/>
        </a:defRPr>
      </a:lvl2pPr>
      <a:lvl3pPr marL="722376" indent="-171450" algn="l" defTabSz="685800" rtl="0" eaLnBrk="1" latinLnBrk="0" hangingPunct="1">
        <a:lnSpc>
          <a:spcPct val="90000"/>
        </a:lnSpc>
        <a:spcBef>
          <a:spcPts val="375"/>
        </a:spcBef>
        <a:buFont typeface="Arial" panose="020B0604020202020204" pitchFamily="34" charset="0"/>
        <a:buChar char="•"/>
        <a:defRPr sz="1400" b="0" kern="1200">
          <a:solidFill>
            <a:schemeClr val="bg1"/>
          </a:solidFill>
          <a:latin typeface="+mn-lt"/>
          <a:ea typeface="+mn-ea"/>
          <a:cs typeface="+mn-cs"/>
        </a:defRPr>
      </a:lvl3pPr>
      <a:lvl4pPr marL="996696"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mn-lt"/>
          <a:ea typeface="+mn-ea"/>
          <a:cs typeface="+mn-cs"/>
        </a:defRPr>
      </a:lvl4pPr>
      <a:lvl5pPr marL="1271016" indent="-171450" algn="l" defTabSz="685800" rtl="0" eaLnBrk="1" latinLnBrk="0" hangingPunct="1">
        <a:lnSpc>
          <a:spcPct val="90000"/>
        </a:lnSpc>
        <a:spcBef>
          <a:spcPts val="375"/>
        </a:spcBef>
        <a:buFont typeface="Arial" panose="020B0604020202020204" pitchFamily="34" charset="0"/>
        <a:buChar char="•"/>
        <a:defRPr sz="1400" b="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B97A07E6-066A-414A-8916-AC2240ADCEE3}"/>
              </a:ext>
            </a:extLst>
          </p:cNvPr>
          <p:cNvSpPr>
            <a:spLocks noGrp="1"/>
          </p:cNvSpPr>
          <p:nvPr>
            <p:ph sz="quarter" idx="23"/>
          </p:nvPr>
        </p:nvSpPr>
        <p:spPr>
          <a:xfrm>
            <a:off x="640078" y="4480624"/>
            <a:ext cx="1995354" cy="167033"/>
          </a:xfrm>
        </p:spPr>
        <p:txBody>
          <a:bodyPr/>
          <a:lstStyle/>
          <a:p>
            <a:r>
              <a:rPr lang="en-US" err="1"/>
              <a:t>Shixuan</a:t>
            </a:r>
            <a:r>
              <a:rPr lang="en-US"/>
              <a:t> Sun, </a:t>
            </a:r>
            <a:r>
              <a:rPr lang="en-US" err="1"/>
              <a:t>Xiaoyang</a:t>
            </a:r>
            <a:r>
              <a:rPr lang="en-US"/>
              <a:t> Zhao</a:t>
            </a:r>
          </a:p>
        </p:txBody>
      </p:sp>
      <p:sp>
        <p:nvSpPr>
          <p:cNvPr id="46" name="Text Placeholder 45">
            <a:extLst>
              <a:ext uri="{FF2B5EF4-FFF2-40B4-BE49-F238E27FC236}">
                <a16:creationId xmlns:a16="http://schemas.microsoft.com/office/drawing/2014/main" id="{298DBC73-D254-7743-90B1-2EFD263248B8}"/>
              </a:ext>
            </a:extLst>
          </p:cNvPr>
          <p:cNvSpPr>
            <a:spLocks noGrp="1"/>
          </p:cNvSpPr>
          <p:nvPr>
            <p:ph type="body" sz="quarter" idx="32"/>
          </p:nvPr>
        </p:nvSpPr>
        <p:spPr>
          <a:xfrm>
            <a:off x="640080" y="2195373"/>
            <a:ext cx="7772400" cy="501291"/>
          </a:xfrm>
        </p:spPr>
        <p:txBody>
          <a:bodyPr/>
          <a:lstStyle/>
          <a:p>
            <a:r>
              <a:rPr lang="en-US"/>
              <a:t>263F Project Proposal</a:t>
            </a:r>
          </a:p>
        </p:txBody>
      </p:sp>
    </p:spTree>
    <p:extLst>
      <p:ext uri="{BB962C8B-B14F-4D97-AF65-F5344CB8AC3E}">
        <p14:creationId xmlns:p14="http://schemas.microsoft.com/office/powerpoint/2010/main" val="56035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9AD8ECF-F222-B70B-05BA-AB87112774FE}"/>
              </a:ext>
            </a:extLst>
          </p:cNvPr>
          <p:cNvSpPr>
            <a:spLocks noGrp="1"/>
          </p:cNvSpPr>
          <p:nvPr>
            <p:ph type="dt" sz="half" idx="18"/>
          </p:nvPr>
        </p:nvSpPr>
        <p:spPr/>
        <p:txBody>
          <a:bodyPr/>
          <a:lstStyle/>
          <a:p>
            <a:fld id="{A44ACDD2-15F2-0B4C-A54B-A39030A6F076}" type="datetime4">
              <a:rPr lang="en-US" smtClean="0"/>
              <a:t>November 5, 2025</a:t>
            </a:fld>
            <a:endParaRPr lang="en-US"/>
          </a:p>
        </p:txBody>
      </p:sp>
      <p:sp>
        <p:nvSpPr>
          <p:cNvPr id="3" name="灯片编号占位符 2">
            <a:extLst>
              <a:ext uri="{FF2B5EF4-FFF2-40B4-BE49-F238E27FC236}">
                <a16:creationId xmlns:a16="http://schemas.microsoft.com/office/drawing/2014/main" id="{9D66AAEF-D888-AAE9-4DA9-889667C14139}"/>
              </a:ext>
            </a:extLst>
          </p:cNvPr>
          <p:cNvSpPr>
            <a:spLocks noGrp="1"/>
          </p:cNvSpPr>
          <p:nvPr>
            <p:ph type="sldNum" sz="quarter" idx="19"/>
          </p:nvPr>
        </p:nvSpPr>
        <p:spPr/>
        <p:txBody>
          <a:bodyPr/>
          <a:lstStyle/>
          <a:p>
            <a:fld id="{B6238B5B-F19C-E947-A0BC-87BD7983F871}" type="slidenum">
              <a:rPr lang="en-US" smtClean="0"/>
              <a:pPr/>
              <a:t>2</a:t>
            </a:fld>
            <a:endParaRPr lang="en-US"/>
          </a:p>
        </p:txBody>
      </p:sp>
      <p:sp>
        <p:nvSpPr>
          <p:cNvPr id="6" name="标题 5">
            <a:extLst>
              <a:ext uri="{FF2B5EF4-FFF2-40B4-BE49-F238E27FC236}">
                <a16:creationId xmlns:a16="http://schemas.microsoft.com/office/drawing/2014/main" id="{0DF3210D-0DBF-F9E9-C1C4-8D5D98A42047}"/>
              </a:ext>
            </a:extLst>
          </p:cNvPr>
          <p:cNvSpPr>
            <a:spLocks noGrp="1"/>
          </p:cNvSpPr>
          <p:nvPr>
            <p:ph type="title"/>
          </p:nvPr>
        </p:nvSpPr>
        <p:spPr/>
        <p:txBody>
          <a:bodyPr/>
          <a:lstStyle/>
          <a:p>
            <a:r>
              <a:rPr kumimoji="1" lang="en-US" altLang="zh-CN">
                <a:solidFill>
                  <a:schemeClr val="tx1">
                    <a:lumMod val="50000"/>
                  </a:schemeClr>
                </a:solidFill>
              </a:rPr>
              <a:t>Simulation of a ladder under operation</a:t>
            </a:r>
            <a:endParaRPr kumimoji="1" lang="zh-CN" altLang="en-US">
              <a:solidFill>
                <a:schemeClr val="tx1">
                  <a:lumMod val="50000"/>
                </a:schemeClr>
              </a:solidFill>
            </a:endParaRPr>
          </a:p>
        </p:txBody>
      </p:sp>
      <p:pic>
        <p:nvPicPr>
          <p:cNvPr id="12" name="图片占位符 11">
            <a:extLst>
              <a:ext uri="{FF2B5EF4-FFF2-40B4-BE49-F238E27FC236}">
                <a16:creationId xmlns:a16="http://schemas.microsoft.com/office/drawing/2014/main" id="{F3C87908-46F6-A392-E4A1-6A10960CCB97}"/>
              </a:ext>
            </a:extLst>
          </p:cNvPr>
          <p:cNvPicPr>
            <a:picLocks noGrp="1" noChangeAspect="1"/>
          </p:cNvPicPr>
          <p:nvPr>
            <p:ph type="pic" sz="quarter" idx="29"/>
          </p:nvPr>
        </p:nvPicPr>
        <p:blipFill>
          <a:blip r:embed="rId3"/>
          <a:srcRect t="8841" b="8841"/>
          <a:stretch/>
        </p:blipFill>
        <p:spPr/>
      </p:pic>
      <p:sp>
        <p:nvSpPr>
          <p:cNvPr id="7" name="文本框 6">
            <a:extLst>
              <a:ext uri="{FF2B5EF4-FFF2-40B4-BE49-F238E27FC236}">
                <a16:creationId xmlns:a16="http://schemas.microsoft.com/office/drawing/2014/main" id="{21B87E7E-3B52-FB4F-BC8C-4D524668DD3A}"/>
              </a:ext>
            </a:extLst>
          </p:cNvPr>
          <p:cNvSpPr txBox="1"/>
          <p:nvPr/>
        </p:nvSpPr>
        <p:spPr>
          <a:xfrm>
            <a:off x="698810" y="1466850"/>
            <a:ext cx="3449444" cy="2169825"/>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a:solidFill>
                  <a:schemeClr val="tx1">
                    <a:lumMod val="50000"/>
                  </a:schemeClr>
                </a:solidFill>
              </a:rPr>
              <a:t>What is the time revolution of ladder deformation under a climb loading?</a:t>
            </a:r>
          </a:p>
          <a:p>
            <a:endParaRPr kumimoji="1" lang="en-US" altLang="zh-CN">
              <a:solidFill>
                <a:schemeClr val="tx1">
                  <a:lumMod val="50000"/>
                </a:schemeClr>
              </a:solidFill>
            </a:endParaRPr>
          </a:p>
          <a:p>
            <a:pPr marL="285750" indent="-285750">
              <a:buFont typeface="Arial" panose="020B0604020202020204" pitchFamily="34" charset="0"/>
              <a:buChar char="•"/>
            </a:pPr>
            <a:r>
              <a:rPr kumimoji="1" lang="en-US" altLang="zh-CN">
                <a:solidFill>
                  <a:schemeClr val="tx1">
                    <a:lumMod val="50000"/>
                  </a:schemeClr>
                </a:solidFill>
              </a:rPr>
              <a:t>Will the step twist, and does it need reinforcement?</a:t>
            </a:r>
          </a:p>
          <a:p>
            <a:pPr marL="285750" indent="-285750">
              <a:buFont typeface="Arial" panose="020B0604020202020204" pitchFamily="34" charset="0"/>
              <a:buChar char="•"/>
            </a:pPr>
            <a:endParaRPr kumimoji="1" lang="en-US" altLang="zh-CN">
              <a:solidFill>
                <a:schemeClr val="tx1">
                  <a:lumMod val="50000"/>
                </a:schemeClr>
              </a:solidFill>
            </a:endParaRPr>
          </a:p>
          <a:p>
            <a:pPr marL="285750" indent="-285750">
              <a:buFont typeface="Arial" panose="020B0604020202020204" pitchFamily="34" charset="0"/>
              <a:buChar char="•"/>
            </a:pPr>
            <a:r>
              <a:rPr kumimoji="1" lang="en-US" altLang="zh-CN">
                <a:solidFill>
                  <a:schemeClr val="tx1">
                    <a:lumMod val="50000"/>
                  </a:schemeClr>
                </a:solidFill>
              </a:rPr>
              <a:t>Investigate whether step reinforcement reduces twist deformation</a:t>
            </a:r>
          </a:p>
          <a:p>
            <a:pPr marL="285750" indent="-285750">
              <a:buFont typeface="Arial" panose="020B0604020202020204" pitchFamily="34" charset="0"/>
              <a:buChar char="•"/>
            </a:pPr>
            <a:endParaRPr kumimoji="1" lang="en-US" altLang="zh-CN">
              <a:solidFill>
                <a:schemeClr val="tx1">
                  <a:lumMod val="50000"/>
                </a:schemeClr>
              </a:solidFill>
            </a:endParaRPr>
          </a:p>
          <a:p>
            <a:pPr marL="285750" indent="-285750">
              <a:buFont typeface="Arial" panose="020B0604020202020204" pitchFamily="34" charset="0"/>
              <a:buChar char="•"/>
            </a:pPr>
            <a:endParaRPr kumimoji="1" lang="zh-CN" altLang="en-US">
              <a:solidFill>
                <a:schemeClr val="tx1">
                  <a:lumMod val="50000"/>
                </a:schemeClr>
              </a:solidFill>
            </a:endParaRPr>
          </a:p>
        </p:txBody>
      </p:sp>
    </p:spTree>
    <p:extLst>
      <p:ext uri="{BB962C8B-B14F-4D97-AF65-F5344CB8AC3E}">
        <p14:creationId xmlns:p14="http://schemas.microsoft.com/office/powerpoint/2010/main" val="120985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6068CF6-55B3-4CC3-59C6-1A35E0476B7A}"/>
              </a:ext>
            </a:extLst>
          </p:cNvPr>
          <p:cNvSpPr>
            <a:spLocks noGrp="1"/>
          </p:cNvSpPr>
          <p:nvPr>
            <p:ph type="dt" sz="half" idx="18"/>
          </p:nvPr>
        </p:nvSpPr>
        <p:spPr/>
        <p:txBody>
          <a:bodyPr/>
          <a:lstStyle/>
          <a:p>
            <a:fld id="{C5558416-D4A5-2C4B-BFD9-97D61B9D22FA}" type="datetime4">
              <a:rPr lang="en-US" smtClean="0"/>
              <a:t>November 5, 2025</a:t>
            </a:fld>
            <a:endParaRPr lang="en-US"/>
          </a:p>
        </p:txBody>
      </p:sp>
      <p:sp>
        <p:nvSpPr>
          <p:cNvPr id="3" name="灯片编号占位符 2">
            <a:extLst>
              <a:ext uri="{FF2B5EF4-FFF2-40B4-BE49-F238E27FC236}">
                <a16:creationId xmlns:a16="http://schemas.microsoft.com/office/drawing/2014/main" id="{EFCF597F-DC4B-08C6-D297-09C0FA4ED6B0}"/>
              </a:ext>
            </a:extLst>
          </p:cNvPr>
          <p:cNvSpPr>
            <a:spLocks noGrp="1"/>
          </p:cNvSpPr>
          <p:nvPr>
            <p:ph type="sldNum" sz="quarter" idx="19"/>
          </p:nvPr>
        </p:nvSpPr>
        <p:spPr/>
        <p:txBody>
          <a:bodyPr/>
          <a:lstStyle/>
          <a:p>
            <a:fld id="{B6238B5B-F19C-E947-A0BC-87BD7983F871}" type="slidenum">
              <a:rPr lang="en-US" smtClean="0"/>
              <a:pPr/>
              <a:t>3</a:t>
            </a:fld>
            <a:endParaRPr lang="en-US"/>
          </a:p>
        </p:txBody>
      </p:sp>
      <p:sp>
        <p:nvSpPr>
          <p:cNvPr id="4" name="文本占位符 3">
            <a:extLst>
              <a:ext uri="{FF2B5EF4-FFF2-40B4-BE49-F238E27FC236}">
                <a16:creationId xmlns:a16="http://schemas.microsoft.com/office/drawing/2014/main" id="{FDB93A51-4753-D0F4-3ED2-B3DE279D57F8}"/>
              </a:ext>
            </a:extLst>
          </p:cNvPr>
          <p:cNvSpPr>
            <a:spLocks noGrp="1"/>
          </p:cNvSpPr>
          <p:nvPr>
            <p:ph type="body" sz="quarter" idx="20"/>
          </p:nvPr>
        </p:nvSpPr>
        <p:spPr>
          <a:xfrm>
            <a:off x="640079" y="1463040"/>
            <a:ext cx="4209011" cy="2246769"/>
          </a:xfrm>
        </p:spPr>
        <p:txBody>
          <a:bodyPr/>
          <a:lstStyle/>
          <a:p>
            <a:pPr marL="285750" indent="-285750">
              <a:buFont typeface="Arial" panose="020B0604020202020204" pitchFamily="34" charset="0"/>
              <a:buChar char="•"/>
            </a:pPr>
            <a:r>
              <a:rPr kumimoji="1" lang="en-US" altLang="zh-CN">
                <a:solidFill>
                  <a:schemeClr val="tx1">
                    <a:lumMod val="50000"/>
                  </a:schemeClr>
                </a:solidFill>
              </a:rPr>
              <a:t>The ladder will be modeled as two vertical elastic rods connected by several horizontal steps</a:t>
            </a:r>
          </a:p>
          <a:p>
            <a:pPr marL="285750" indent="-285750">
              <a:buFont typeface="Arial" panose="020B0604020202020204" pitchFamily="34" charset="0"/>
              <a:buChar char="•"/>
            </a:pPr>
            <a:r>
              <a:rPr kumimoji="1" lang="en-US" altLang="zh-CN">
                <a:solidFill>
                  <a:schemeClr val="tx1">
                    <a:lumMod val="50000"/>
                  </a:schemeClr>
                </a:solidFill>
              </a:rPr>
              <a:t>Utilize the implicit-Euler method to simulate the deformation of the ladder</a:t>
            </a:r>
          </a:p>
          <a:p>
            <a:pPr marL="285750" indent="-285750">
              <a:buFont typeface="Arial" panose="020B0604020202020204" pitchFamily="34" charset="0"/>
              <a:buChar char="•"/>
            </a:pPr>
            <a:r>
              <a:rPr kumimoji="1" lang="en-US" altLang="zh-CN">
                <a:solidFill>
                  <a:schemeClr val="tx1">
                    <a:lumMod val="50000"/>
                  </a:schemeClr>
                </a:solidFill>
              </a:rPr>
              <a:t>Use the Elastic Discrete Rod approach to determine if twist is present </a:t>
            </a:r>
          </a:p>
          <a:p>
            <a:pPr marL="285750" indent="-285750">
              <a:buFont typeface="Arial" panose="020B0604020202020204" pitchFamily="34" charset="0"/>
              <a:buChar char="•"/>
            </a:pPr>
            <a:r>
              <a:rPr kumimoji="1" lang="en-US" altLang="zh-CN">
                <a:solidFill>
                  <a:schemeClr val="tx1">
                    <a:lumMod val="50000"/>
                  </a:schemeClr>
                </a:solidFill>
              </a:rPr>
              <a:t>The load from a person is applied as a moving external force along the steps</a:t>
            </a:r>
          </a:p>
        </p:txBody>
      </p:sp>
      <p:sp>
        <p:nvSpPr>
          <p:cNvPr id="7" name="标题 6">
            <a:extLst>
              <a:ext uri="{FF2B5EF4-FFF2-40B4-BE49-F238E27FC236}">
                <a16:creationId xmlns:a16="http://schemas.microsoft.com/office/drawing/2014/main" id="{3F2E1B46-FA0D-AF83-48A3-EF5934A88F98}"/>
              </a:ext>
            </a:extLst>
          </p:cNvPr>
          <p:cNvSpPr>
            <a:spLocks noGrp="1"/>
          </p:cNvSpPr>
          <p:nvPr>
            <p:ph type="title"/>
          </p:nvPr>
        </p:nvSpPr>
        <p:spPr/>
        <p:txBody>
          <a:bodyPr/>
          <a:lstStyle/>
          <a:p>
            <a:r>
              <a:rPr kumimoji="1" lang="en-US" altLang="zh-CN">
                <a:solidFill>
                  <a:schemeClr val="tx1">
                    <a:lumMod val="50000"/>
                  </a:schemeClr>
                </a:solidFill>
                <a:latin typeface="+mj-lt"/>
              </a:rPr>
              <a:t>Our Approach</a:t>
            </a:r>
            <a:endParaRPr kumimoji="1" lang="zh-CN" altLang="en-US">
              <a:solidFill>
                <a:schemeClr val="tx1">
                  <a:lumMod val="50000"/>
                </a:schemeClr>
              </a:solidFill>
              <a:latin typeface="+mj-lt"/>
            </a:endParaRPr>
          </a:p>
        </p:txBody>
      </p:sp>
      <p:pic>
        <p:nvPicPr>
          <p:cNvPr id="10" name="图片占位符 9" descr="图示, 工程绘图&#10;&#10;描述已自动生成">
            <a:extLst>
              <a:ext uri="{FF2B5EF4-FFF2-40B4-BE49-F238E27FC236}">
                <a16:creationId xmlns:a16="http://schemas.microsoft.com/office/drawing/2014/main" id="{F6A0B8CB-80FE-D33D-F77B-E5C1BD7BD4D2}"/>
              </a:ext>
            </a:extLst>
          </p:cNvPr>
          <p:cNvPicPr>
            <a:picLocks noGrp="1" noChangeAspect="1"/>
          </p:cNvPicPr>
          <p:nvPr>
            <p:ph type="pic" sz="quarter" idx="22"/>
          </p:nvPr>
        </p:nvPicPr>
        <p:blipFill>
          <a:blip r:embed="rId3"/>
          <a:srcRect t="3646" b="25700"/>
          <a:stretch/>
        </p:blipFill>
        <p:spPr>
          <a:xfrm>
            <a:off x="4480560" y="1463040"/>
            <a:ext cx="3749040" cy="3108960"/>
          </a:xfrm>
        </p:spPr>
      </p:pic>
    </p:spTree>
    <p:extLst>
      <p:ext uri="{BB962C8B-B14F-4D97-AF65-F5344CB8AC3E}">
        <p14:creationId xmlns:p14="http://schemas.microsoft.com/office/powerpoint/2010/main" val="2661874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590AF1-51CA-D64A-8B8B-0406BE491E0F}"/>
              </a:ext>
            </a:extLst>
          </p:cNvPr>
          <p:cNvSpPr>
            <a:spLocks noGrp="1"/>
          </p:cNvSpPr>
          <p:nvPr>
            <p:ph type="dt" sz="half" idx="4294967295"/>
          </p:nvPr>
        </p:nvSpPr>
        <p:spPr>
          <a:xfrm>
            <a:off x="4297680" y="4754880"/>
            <a:ext cx="2117634" cy="381643"/>
          </a:xfrm>
        </p:spPr>
        <p:txBody>
          <a:bodyPr/>
          <a:lstStyle/>
          <a:p>
            <a:fld id="{BDBB1A2B-BE4B-5D42-BC9B-83F20388A4AA}" type="datetime4">
              <a:rPr lang="en-US" smtClean="0"/>
              <a:t>November 5, 2025</a:t>
            </a:fld>
            <a:endParaRPr lang="en-US"/>
          </a:p>
        </p:txBody>
      </p:sp>
      <p:sp>
        <p:nvSpPr>
          <p:cNvPr id="3" name="Slide Number Placeholder 2">
            <a:extLst>
              <a:ext uri="{FF2B5EF4-FFF2-40B4-BE49-F238E27FC236}">
                <a16:creationId xmlns:a16="http://schemas.microsoft.com/office/drawing/2014/main" id="{12D6D6A2-A849-0745-AEAE-5C26CFE33A38}"/>
              </a:ext>
            </a:extLst>
          </p:cNvPr>
          <p:cNvSpPr>
            <a:spLocks noGrp="1"/>
          </p:cNvSpPr>
          <p:nvPr>
            <p:ph type="sldNum" sz="quarter" idx="4294967295"/>
          </p:nvPr>
        </p:nvSpPr>
        <p:spPr>
          <a:xfrm>
            <a:off x="8421624" y="4754880"/>
            <a:ext cx="457200" cy="365760"/>
          </a:xfrm>
          <a:prstGeom prst="rect">
            <a:avLst/>
          </a:prstGeom>
        </p:spPr>
        <p:txBody>
          <a:bodyPr/>
          <a:lstStyle/>
          <a:p>
            <a:fld id="{BD59DAAA-0634-FC41-A826-8BC222AF9A3E}" type="slidenum">
              <a:rPr lang="en-US" smtClean="0"/>
              <a:pPr/>
              <a:t>4</a:t>
            </a:fld>
            <a:endParaRPr lang="en-US"/>
          </a:p>
        </p:txBody>
      </p:sp>
    </p:spTree>
    <p:extLst>
      <p:ext uri="{BB962C8B-B14F-4D97-AF65-F5344CB8AC3E}">
        <p14:creationId xmlns:p14="http://schemas.microsoft.com/office/powerpoint/2010/main" val="1568085906"/>
      </p:ext>
    </p:extLst>
  </p:cSld>
  <p:clrMapOvr>
    <a:masterClrMapping/>
  </p:clrMapOvr>
</p:sld>
</file>

<file path=ppt/theme/theme1.xml><?xml version="1.0" encoding="utf-8"?>
<a:theme xmlns:a="http://schemas.openxmlformats.org/drawingml/2006/main" name="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1DAEC3A6-4E4F-0549-9C7A-CD4BCDA02B71}" vid="{ECA1B53D-748F-A448-962E-6EF0706C861D}"/>
    </a:ext>
  </a:extLst>
</a:theme>
</file>

<file path=ppt/theme/theme2.xml><?xml version="1.0" encoding="utf-8"?>
<a:theme xmlns:a="http://schemas.openxmlformats.org/drawingml/2006/main" name="presentation-02">
  <a:themeElements>
    <a:clrScheme name="brand-presentation2">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1DAEC3A6-4E4F-0549-9C7A-CD4BCDA02B71}" vid="{97CA2B89-6648-5643-8039-802698DBA24D}"/>
    </a:ext>
  </a:extLst>
</a:theme>
</file>

<file path=ppt/theme/theme3.xml><?xml version="1.0" encoding="utf-8"?>
<a:theme xmlns:a="http://schemas.openxmlformats.org/drawingml/2006/main" name="presentation-02-aerial">
  <a:themeElements>
    <a:clrScheme name="brand-presentation2">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1DAEC3A6-4E4F-0549-9C7A-CD4BCDA02B71}" vid="{AF57A50E-17EB-9E43-98CE-ED4F345E4C2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presentation-01-dark</Template>
  <TotalTime>0</TotalTime>
  <Words>188</Words>
  <Application>Microsoft Macintosh PowerPoint</Application>
  <PresentationFormat>On-screen Show (16:9)</PresentationFormat>
  <Paragraphs>27</Paragraphs>
  <Slides>4</Slides>
  <Notes>3</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4</vt:i4>
      </vt:variant>
    </vt:vector>
  </HeadingPairs>
  <TitlesOfParts>
    <vt:vector size="11" baseType="lpstr">
      <vt:lpstr>Arial</vt:lpstr>
      <vt:lpstr>Calibri</vt:lpstr>
      <vt:lpstr>Helvetica</vt:lpstr>
      <vt:lpstr>Helvetica Regular</vt:lpstr>
      <vt:lpstr>presentation-01-dark</vt:lpstr>
      <vt:lpstr>presentation-02</vt:lpstr>
      <vt:lpstr>presentation-02-aerial</vt:lpstr>
      <vt:lpstr>PowerPoint Presentation</vt:lpstr>
      <vt:lpstr>Simulation of a ladder under operation</vt:lpstr>
      <vt:lpstr>Our Approach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Cardoza, Katherine</dc:creator>
  <cp:lastModifiedBy>Xiaoyang Zhao</cp:lastModifiedBy>
  <cp:revision>2</cp:revision>
  <cp:lastPrinted>2025-11-03T05:51:02Z</cp:lastPrinted>
  <dcterms:created xsi:type="dcterms:W3CDTF">2024-08-09T18:29:16Z</dcterms:created>
  <dcterms:modified xsi:type="dcterms:W3CDTF">2025-11-06T03:58:15Z</dcterms:modified>
</cp:coreProperties>
</file>